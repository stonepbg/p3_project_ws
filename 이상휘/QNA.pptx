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725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50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84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33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94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43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10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008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90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89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73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88DF5-1D42-4788-A05D-18119A74554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4F924-EBD4-41B5-8BBF-BCE9C42455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40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2451" y="4521666"/>
            <a:ext cx="1946246" cy="1543574"/>
          </a:xfrm>
          <a:prstGeom prst="rect">
            <a:avLst/>
          </a:prstGeom>
          <a:solidFill>
            <a:srgbClr val="F7F9FA"/>
          </a:solidFill>
          <a:ln>
            <a:solidFill>
              <a:srgbClr val="F7F9FA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86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2026-06-28T05:58:14Z</dcterms:created>
  <dcterms:modified xsi:type="dcterms:W3CDTF">2026-06-28T05:58:31Z</dcterms:modified>
</cp:coreProperties>
</file>