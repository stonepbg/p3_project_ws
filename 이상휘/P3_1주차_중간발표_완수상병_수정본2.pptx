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9" r:id="rId7"/>
    <p:sldId id="278" r:id="rId8"/>
    <p:sldId id="280" r:id="rId9"/>
    <p:sldId id="282" r:id="rId10"/>
    <p:sldId id="283" r:id="rId11"/>
    <p:sldId id="284" r:id="rId12"/>
    <p:sldId id="262" r:id="rId13"/>
    <p:sldId id="263" r:id="rId14"/>
    <p:sldId id="281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8410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442"/>
            <a:ext cx="16319502" cy="910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3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638300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5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442"/>
            <a:ext cx="16319502" cy="910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3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442"/>
            <a:ext cx="16319502" cy="910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9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83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7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6600" y="152400"/>
            <a:ext cx="1493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/>
              <a:t>하드웨어 </a:t>
            </a:r>
            <a:r>
              <a:rPr lang="ko-KR" altLang="en-US" sz="2800" dirty="0" err="1" smtClean="0"/>
              <a:t>아키텍쳐</a:t>
            </a:r>
            <a:endParaRPr lang="ko-KR" altLang="en-US" sz="28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371600"/>
            <a:ext cx="12192000" cy="70822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6256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5120" y="91440"/>
            <a:ext cx="31390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ko-KR" altLang="en-US" sz="2800" dirty="0" smtClean="0"/>
              <a:t>하드웨어 </a:t>
            </a:r>
            <a:r>
              <a:rPr lang="ko-KR" altLang="en-US" sz="2800" dirty="0" err="1" smtClean="0"/>
              <a:t>아키텍쳐</a:t>
            </a:r>
            <a:endParaRPr sz="2800" dirty="0"/>
          </a:p>
        </p:txBody>
      </p:sp>
      <p:sp>
        <p:nvSpPr>
          <p:cNvPr id="10" name="Rectangle 9"/>
          <p:cNvSpPr/>
          <p:nvPr/>
        </p:nvSpPr>
        <p:spPr>
          <a:xfrm>
            <a:off x="0" y="8778240"/>
            <a:ext cx="16256000" cy="3657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955520" y="8796528"/>
            <a:ext cx="97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085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554"/>
            <a:ext cx="16256000" cy="8188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000" y="228600"/>
            <a:ext cx="1485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/>
              <a:t>소프트웨어 </a:t>
            </a:r>
            <a:r>
              <a:rPr lang="ko-KR" altLang="en-US" sz="2800" dirty="0" err="1" smtClean="0"/>
              <a:t>아키텍쳐</a:t>
            </a:r>
            <a:endParaRPr lang="ko-KR" alt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256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9492" y="55870"/>
            <a:ext cx="3498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ko-KR" altLang="en-US" sz="2800" dirty="0" smtClean="0"/>
              <a:t>소프트웨어 </a:t>
            </a:r>
            <a:r>
              <a:rPr lang="ko-KR" altLang="en-US" sz="2800" dirty="0" err="1" smtClean="0"/>
              <a:t>아키텍쳐</a:t>
            </a:r>
            <a:endParaRPr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4955520" y="8796528"/>
            <a:ext cx="97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552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1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6259441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246475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1031"/>
            <a:ext cx="16337589" cy="913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3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10</Words>
  <Application>Microsoft Office PowerPoint</Application>
  <PresentationFormat>사용자 지정</PresentationFormat>
  <Paragraphs>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</cp:revision>
  <dcterms:created xsi:type="dcterms:W3CDTF">2006-08-16T00:00:00Z</dcterms:created>
  <dcterms:modified xsi:type="dcterms:W3CDTF">2026-06-16T05:32:03Z</dcterms:modified>
</cp:coreProperties>
</file>