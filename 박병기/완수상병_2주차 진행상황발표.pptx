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1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0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0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8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65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0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25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0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98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9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06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66C00-9AC0-4505-9702-9A7574338A7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55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금주 태스크 및 달성도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155816"/>
              </p:ext>
            </p:extLst>
          </p:nvPr>
        </p:nvGraphicFramePr>
        <p:xfrm>
          <a:off x="435529" y="1304792"/>
          <a:ext cx="11124155" cy="4719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855">
                  <a:extLst>
                    <a:ext uri="{9D8B030D-6E8A-4147-A177-3AD203B41FA5}">
                      <a16:colId xmlns:a16="http://schemas.microsoft.com/office/drawing/2014/main" val="895881381"/>
                    </a:ext>
                  </a:extLst>
                </a:gridCol>
                <a:gridCol w="4175316">
                  <a:extLst>
                    <a:ext uri="{9D8B030D-6E8A-4147-A177-3AD203B41FA5}">
                      <a16:colId xmlns:a16="http://schemas.microsoft.com/office/drawing/2014/main" val="1748858203"/>
                    </a:ext>
                  </a:extLst>
                </a:gridCol>
                <a:gridCol w="1937385">
                  <a:extLst>
                    <a:ext uri="{9D8B030D-6E8A-4147-A177-3AD203B41FA5}">
                      <a16:colId xmlns:a16="http://schemas.microsoft.com/office/drawing/2014/main" val="2633628798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969080293"/>
                    </a:ext>
                  </a:extLst>
                </a:gridCol>
              </a:tblGrid>
              <a:tr h="884403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금주 </a:t>
                      </a:r>
                      <a:r>
                        <a:rPr lang="ko-KR" altLang="en-US" dirty="0" err="1" smtClean="0">
                          <a:latin typeface="+mn-ea"/>
                          <a:ea typeface="+mn-ea"/>
                        </a:rPr>
                        <a:t>테스크</a:t>
                      </a:r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달성도 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>
                          <a:latin typeface="+mn-ea"/>
                          <a:ea typeface="+mn-ea"/>
                        </a:rPr>
                        <a:t>미달성</a:t>
                      </a:r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 원인 및 대처 방안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128791"/>
                  </a:ext>
                </a:extLst>
              </a:tr>
              <a:tr h="884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>
                          <a:latin typeface="+mn-ea"/>
                          <a:ea typeface="+mn-ea"/>
                        </a:rPr>
                        <a:t>김완식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err="1" smtClean="0">
                          <a:latin typeface="+mn-ea"/>
                          <a:ea typeface="+mn-ea"/>
                        </a:rPr>
                        <a:t>follow_node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사람 추종 구현</a:t>
                      </a:r>
                      <a:endParaRPr lang="en-US" altLang="ko-KR" sz="1400" dirty="0" smtClean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1400" dirty="0" err="1" smtClean="0">
                          <a:latin typeface="+mn-ea"/>
                          <a:ea typeface="+mn-ea"/>
                        </a:rPr>
                        <a:t>target_cmd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통합 인터페이스 설계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(AGV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연동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 smtClean="0">
                          <a:latin typeface="+mn-ea"/>
                          <a:ea typeface="+mn-ea"/>
                        </a:rPr>
                        <a:t>젯슨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환경 구축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(VNC </a:t>
                      </a:r>
                      <a:r>
                        <a:rPr lang="ko-KR" altLang="en-US" sz="1400" dirty="0" err="1" smtClean="0">
                          <a:latin typeface="+mn-ea"/>
                          <a:ea typeface="+mn-ea"/>
                        </a:rPr>
                        <a:t>헤드리스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+ 15W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최적화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smtClean="0">
                          <a:latin typeface="+mn-ea"/>
                          <a:ea typeface="+mn-ea"/>
                        </a:rPr>
                        <a:t>85%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18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(FSM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코디네이터 통합 </a:t>
                      </a:r>
                      <a:r>
                        <a:rPr lang="ko-KR" altLang="en-US" sz="1400" dirty="0" err="1" smtClean="0">
                          <a:latin typeface="+mn-ea"/>
                          <a:ea typeface="+mn-ea"/>
                        </a:rPr>
                        <a:t>미진행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원인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추종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탐색 단일 노드 안정화에 집중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개 서브시스템 통합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FSM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은 착수 전</a:t>
                      </a:r>
                    </a:p>
                    <a:p>
                      <a:pPr latinLnBrk="1"/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대처 방안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다음 주 </a:t>
                      </a:r>
                      <a:r>
                        <a:rPr lang="en-US" altLang="ko-KR" sz="1400" dirty="0" err="1" smtClean="0">
                          <a:latin typeface="+mn-ea"/>
                          <a:ea typeface="+mn-ea"/>
                        </a:rPr>
                        <a:t>vision·AGV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통합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FSM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코디네이터 노드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751304"/>
                  </a:ext>
                </a:extLst>
              </a:tr>
              <a:tr h="10002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이수혁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• AGV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기본 점검 및 맵 제작</a:t>
                      </a:r>
                      <a:br>
                        <a:rPr lang="ko-KR" altLang="en-US" sz="14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• AGV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추종 모드 제어</a:t>
                      </a:r>
                      <a:br>
                        <a:rPr lang="ko-KR" altLang="en-US" sz="14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• AGV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현재 위치 파악 작업 착수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b="1" dirty="0" smtClean="0">
                          <a:latin typeface="+mn-ea"/>
                          <a:ea typeface="+mn-ea"/>
                        </a:rPr>
                        <a:t>80%</a:t>
                      </a:r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(AGV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현재 위치 파악 작업 </a:t>
                      </a:r>
                      <a:r>
                        <a:rPr lang="ko-KR" altLang="en-US" sz="1400" dirty="0" err="1" smtClean="0">
                          <a:latin typeface="+mn-ea"/>
                          <a:ea typeface="+mn-ea"/>
                        </a:rPr>
                        <a:t>미진행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원인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AGV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추종 모드 제어 작업에 예상보다 많은 시간 소요</a:t>
                      </a:r>
                      <a:br>
                        <a:rPr lang="ko-KR" altLang="en-US" sz="14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대처 방안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 err="1" smtClean="0">
                          <a:latin typeface="+mn-ea"/>
                          <a:ea typeface="+mn-ea"/>
                        </a:rPr>
                        <a:t>미수행한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위치 파악 작업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은 이상휘 님이 가상 환경에서 대체하여 진행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16467"/>
                  </a:ext>
                </a:extLst>
              </a:tr>
              <a:tr h="884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이상휘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• gazebo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모델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4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+mn-ea"/>
                          <a:ea typeface="+mn-ea"/>
                        </a:rPr>
                        <a:t>월드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구현</a:t>
                      </a:r>
                      <a:endParaRPr lang="en-US" altLang="ko-KR" sz="14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• gazebo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slam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맵 제작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, nav2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자율주행</a:t>
                      </a:r>
                      <a:endParaRPr lang="en-US" altLang="ko-KR" sz="14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smtClean="0">
                          <a:latin typeface="+mn-ea"/>
                          <a:ea typeface="+mn-ea"/>
                        </a:rPr>
                        <a:t>50%</a:t>
                      </a:r>
                    </a:p>
                    <a:p>
                      <a:pPr latinLnBrk="1"/>
                      <a:r>
                        <a:rPr lang="ko-KR" altLang="en-US" sz="1400" b="0" dirty="0" smtClean="0">
                          <a:latin typeface="+mn-ea"/>
                          <a:ea typeface="+mn-ea"/>
                        </a:rPr>
                        <a:t>월드</a:t>
                      </a:r>
                      <a:r>
                        <a:rPr lang="en-US" altLang="ko-KR" sz="1400" b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0" dirty="0" err="1" smtClean="0">
                          <a:latin typeface="+mn-ea"/>
                          <a:ea typeface="+mn-ea"/>
                        </a:rPr>
                        <a:t>모델제작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원인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 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ER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에서 제공하는 로봇 모델을 </a:t>
                      </a:r>
                      <a:r>
                        <a:rPr lang="ko-KR" altLang="en-US" sz="1400" dirty="0" err="1" smtClean="0">
                          <a:latin typeface="+mn-ea"/>
                          <a:ea typeface="+mn-ea"/>
                        </a:rPr>
                        <a:t>불러오는데에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실패</a:t>
                      </a:r>
                      <a:r>
                        <a:rPr lang="en-US" altLang="ko-KR" sz="14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원인 </a:t>
                      </a:r>
                      <a:r>
                        <a:rPr lang="ko-KR" altLang="en-US" sz="1400" dirty="0" err="1" smtClean="0">
                          <a:latin typeface="+mn-ea"/>
                          <a:ea typeface="+mn-ea"/>
                        </a:rPr>
                        <a:t>파악중</a:t>
                      </a:r>
                      <a:endParaRPr lang="en-US" altLang="ko-KR" sz="14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대처 방안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1400" b="0" dirty="0" smtClean="0">
                          <a:latin typeface="+mn-ea"/>
                          <a:ea typeface="+mn-ea"/>
                        </a:rPr>
                        <a:t>단순화된 </a:t>
                      </a:r>
                      <a:r>
                        <a:rPr lang="en-US" altLang="ko-KR" sz="1400" b="0" dirty="0" err="1" smtClean="0">
                          <a:latin typeface="+mn-ea"/>
                          <a:ea typeface="+mn-ea"/>
                        </a:rPr>
                        <a:t>urdf</a:t>
                      </a:r>
                      <a:r>
                        <a:rPr lang="ko-KR" altLang="en-US" sz="1400" b="0" dirty="0" smtClean="0">
                          <a:latin typeface="+mn-ea"/>
                          <a:ea typeface="+mn-ea"/>
                        </a:rPr>
                        <a:t>모델 직접 제작하여 사용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621153"/>
                  </a:ext>
                </a:extLst>
              </a:tr>
              <a:tr h="884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n-ea"/>
                          <a:ea typeface="+mn-ea"/>
                        </a:rPr>
                        <a:t>박병기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smtClean="0">
                          <a:latin typeface="+mn-lt"/>
                          <a:ea typeface="+mn-ea"/>
                        </a:rPr>
                        <a:t>•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메인 화면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모바일 화면 구현</a:t>
                      </a:r>
                      <a:endParaRPr lang="ko-KR" altLang="en-US" sz="1400" b="0" dirty="0">
                        <a:latin typeface="+mn-lt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smtClean="0">
                          <a:latin typeface="+mn-ea"/>
                          <a:ea typeface="+mn-ea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원인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특이사항 없음</a:t>
                      </a:r>
                      <a:br>
                        <a:rPr lang="ko-KR" altLang="en-US" sz="14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400" b="1" dirty="0" smtClean="0">
                          <a:latin typeface="+mn-ea"/>
                          <a:ea typeface="+mn-ea"/>
                        </a:rPr>
                        <a:t>대처 방안</a:t>
                      </a:r>
                      <a:r>
                        <a:rPr lang="en-US" altLang="ko-KR" sz="1400" b="1" dirty="0" smtClean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400" dirty="0" smtClean="0">
                          <a:latin typeface="+mn-ea"/>
                          <a:ea typeface="+mn-ea"/>
                        </a:rPr>
                        <a:t> 특이사항 없음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866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45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4113" y="1090864"/>
            <a:ext cx="11038497" cy="5454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000"/>
              </a:lnSpc>
            </a:pPr>
            <a:r>
              <a:rPr lang="en-US" altLang="ko-KR" sz="1400" dirty="0" smtClean="0">
                <a:solidFill>
                  <a:srgbClr val="FF0000"/>
                </a:solidFill>
                <a:latin typeface="+mn-lt"/>
                <a:ea typeface="+mn-ea"/>
              </a:rPr>
              <a:t>1. </a:t>
            </a:r>
            <a:r>
              <a:rPr lang="ko-KR" altLang="ko-KR" sz="1400" b="1" dirty="0">
                <a:solidFill>
                  <a:srgbClr val="FF0000"/>
                </a:solidFill>
                <a:latin typeface="+mn-lt"/>
                <a:ea typeface="+mn-ea"/>
              </a:rPr>
              <a:t>문제 </a:t>
            </a:r>
            <a:r>
              <a:rPr lang="ko-KR" altLang="ko-KR" sz="1400" b="1" dirty="0" smtClean="0">
                <a:solidFill>
                  <a:srgbClr val="FF0000"/>
                </a:solidFill>
                <a:latin typeface="+mn-lt"/>
                <a:ea typeface="+mn-ea"/>
              </a:rPr>
              <a:t>상황</a:t>
            </a:r>
            <a:endParaRPr lang="en-US" altLang="ko-KR" sz="1400" b="1" dirty="0" smtClean="0">
              <a:solidFill>
                <a:srgbClr val="FF0000"/>
              </a:solidFill>
              <a:latin typeface="+mn-lt"/>
              <a:ea typeface="+mn-ea"/>
            </a:endParaRPr>
          </a:p>
          <a:p>
            <a:pPr>
              <a:lnSpc>
                <a:spcPts val="2000"/>
              </a:lnSpc>
            </a:pPr>
            <a:r>
              <a:rPr lang="en-US" altLang="ko-KR" sz="1400" dirty="0" smtClean="0">
                <a:latin typeface="+mn-lt"/>
                <a:ea typeface="+mn-ea"/>
              </a:rPr>
              <a:t> - </a:t>
            </a:r>
            <a:r>
              <a:rPr lang="en-US" altLang="ko-KR" sz="1400" dirty="0" smtClean="0">
                <a:solidFill>
                  <a:schemeClr val="dk1"/>
                </a:solidFill>
              </a:rPr>
              <a:t>Dashboard(</a:t>
            </a:r>
            <a:r>
              <a:rPr lang="ko-KR" altLang="en-US" sz="1400" dirty="0" smtClean="0">
                <a:solidFill>
                  <a:schemeClr val="dk1"/>
                </a:solidFill>
              </a:rPr>
              <a:t>우분투 </a:t>
            </a:r>
            <a:r>
              <a:rPr lang="en-US" altLang="ko-KR" sz="1400" dirty="0" smtClean="0">
                <a:solidFill>
                  <a:schemeClr val="dk1"/>
                </a:solidFill>
              </a:rPr>
              <a:t>24.04)</a:t>
            </a:r>
            <a:r>
              <a:rPr lang="ko-KR" altLang="en-US" sz="1400" dirty="0" smtClean="0">
                <a:solidFill>
                  <a:schemeClr val="dk1"/>
                </a:solidFill>
              </a:rPr>
              <a:t>와 </a:t>
            </a:r>
            <a:r>
              <a:rPr lang="en-US" altLang="ko-KR" sz="1400" dirty="0" smtClean="0">
                <a:solidFill>
                  <a:schemeClr val="dk1"/>
                </a:solidFill>
              </a:rPr>
              <a:t>AGV </a:t>
            </a:r>
            <a:r>
              <a:rPr lang="en-US" altLang="ko-KR" sz="1400" dirty="0" smtClean="0">
                <a:solidFill>
                  <a:schemeClr val="dk1"/>
                </a:solidFill>
              </a:rPr>
              <a:t>(</a:t>
            </a:r>
            <a:r>
              <a:rPr lang="ko-KR" altLang="en-US" sz="1400" dirty="0" err="1">
                <a:solidFill>
                  <a:schemeClr val="dk1"/>
                </a:solidFill>
              </a:rPr>
              <a:t>커</a:t>
            </a:r>
            <a:r>
              <a:rPr lang="ko-KR" altLang="en-US" sz="1400" dirty="0" err="1" smtClean="0">
                <a:solidFill>
                  <a:schemeClr val="dk1"/>
                </a:solidFill>
              </a:rPr>
              <a:t>스텀</a:t>
            </a:r>
            <a:r>
              <a:rPr lang="ko-KR" altLang="en-US" sz="1400" dirty="0" smtClean="0">
                <a:solidFill>
                  <a:schemeClr val="dk1"/>
                </a:solidFill>
              </a:rPr>
              <a:t> 우분투 </a:t>
            </a:r>
            <a:r>
              <a:rPr lang="en-US" altLang="ko-KR" sz="1400" dirty="0" smtClean="0">
                <a:solidFill>
                  <a:schemeClr val="dk1"/>
                </a:solidFill>
              </a:rPr>
              <a:t>20.04</a:t>
            </a:r>
            <a:r>
              <a:rPr lang="en-US" altLang="ko-KR" sz="1400" dirty="0" smtClean="0">
                <a:solidFill>
                  <a:schemeClr val="dk1"/>
                </a:solidFill>
              </a:rPr>
              <a:t>)</a:t>
            </a:r>
            <a:r>
              <a:rPr lang="ko-KR" altLang="en-US" sz="1400" dirty="0" smtClean="0">
                <a:solidFill>
                  <a:schemeClr val="dk1"/>
                </a:solidFill>
              </a:rPr>
              <a:t> </a:t>
            </a:r>
            <a:r>
              <a:rPr lang="ko-KR" altLang="en-US" sz="1400" dirty="0" smtClean="0">
                <a:latin typeface="+mn-lt"/>
                <a:ea typeface="+mn-ea"/>
              </a:rPr>
              <a:t>데이터 통신의 문제점 있음</a:t>
            </a:r>
            <a:endParaRPr lang="en-US" altLang="ko-KR" sz="1400" dirty="0" smtClean="0">
              <a:latin typeface="+mn-lt"/>
              <a:ea typeface="+mn-ea"/>
            </a:endParaRPr>
          </a:p>
          <a:p>
            <a:pPr>
              <a:lnSpc>
                <a:spcPts val="2000"/>
              </a:lnSpc>
            </a:pPr>
            <a:endParaRPr lang="en-US" altLang="ko-KR" sz="1400" dirty="0">
              <a:latin typeface="+mn-lt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600" b="1" dirty="0" smtClean="0">
                <a:solidFill>
                  <a:schemeClr val="accent2"/>
                </a:solidFill>
                <a:latin typeface="+mn-ea"/>
                <a:ea typeface="+mn-ea"/>
              </a:rPr>
              <a:t>2. </a:t>
            </a:r>
            <a:r>
              <a:rPr lang="ko-KR" altLang="ko-KR" sz="1600" b="1" dirty="0" smtClean="0">
                <a:solidFill>
                  <a:schemeClr val="accent2"/>
                </a:solidFill>
                <a:latin typeface="+mn-ea"/>
                <a:ea typeface="+mn-ea"/>
              </a:rPr>
              <a:t>원인 </a:t>
            </a:r>
            <a:r>
              <a:rPr lang="ko-KR" altLang="ko-KR" sz="1600" b="1" dirty="0">
                <a:solidFill>
                  <a:schemeClr val="accent2"/>
                </a:solidFill>
                <a:latin typeface="+mn-ea"/>
                <a:ea typeface="+mn-ea"/>
              </a:rPr>
              <a:t>분석 및 문제 정의 가설 검증 </a:t>
            </a:r>
            <a:endParaRPr lang="en-US" altLang="ko-KR" sz="16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 smtClean="0">
                <a:latin typeface="+mn-ea"/>
                <a:ea typeface="+mn-ea"/>
              </a:rPr>
              <a:t>- </a:t>
            </a:r>
            <a:r>
              <a:rPr lang="ko-KR" altLang="ko-KR" sz="1400" dirty="0" smtClean="0">
                <a:latin typeface="+mn-ea"/>
                <a:ea typeface="+mn-ea"/>
              </a:rPr>
              <a:t>원인</a:t>
            </a:r>
            <a:r>
              <a:rPr lang="ko-KR" altLang="ko-KR" sz="1400" dirty="0">
                <a:latin typeface="+mn-ea"/>
                <a:ea typeface="+mn-ea"/>
              </a:rPr>
              <a:t>: </a:t>
            </a:r>
            <a:r>
              <a:rPr lang="en-US" altLang="ko-KR" sz="1400" dirty="0">
                <a:solidFill>
                  <a:schemeClr val="dk1"/>
                </a:solidFill>
              </a:rPr>
              <a:t>AGV </a:t>
            </a:r>
            <a:r>
              <a:rPr lang="ko-KR" altLang="en-US" sz="1400" dirty="0" smtClean="0">
                <a:solidFill>
                  <a:schemeClr val="dk1"/>
                </a:solidFill>
              </a:rPr>
              <a:t>운영 중 발생되는 </a:t>
            </a:r>
            <a:r>
              <a:rPr lang="en-US" altLang="ko-KR" sz="1400" dirty="0" smtClean="0">
                <a:solidFill>
                  <a:schemeClr val="dk1"/>
                </a:solidFill>
              </a:rPr>
              <a:t>log </a:t>
            </a:r>
            <a:r>
              <a:rPr lang="ko-KR" altLang="en-US" sz="1400" dirty="0" smtClean="0">
                <a:solidFill>
                  <a:schemeClr val="dk1"/>
                </a:solidFill>
              </a:rPr>
              <a:t>를 토픽으로 구독하여 표시 해야 하는데 </a:t>
            </a:r>
            <a:r>
              <a:rPr lang="en-US" altLang="ko-KR" sz="1400" dirty="0" smtClean="0">
                <a:solidFill>
                  <a:schemeClr val="dk1"/>
                </a:solidFill>
              </a:rPr>
              <a:t>log </a:t>
            </a:r>
            <a:r>
              <a:rPr lang="ko-KR" altLang="en-US" sz="1400" dirty="0" smtClean="0">
                <a:solidFill>
                  <a:schemeClr val="dk1"/>
                </a:solidFill>
              </a:rPr>
              <a:t>의 토픽을 구독하지 못했음</a:t>
            </a:r>
            <a:endParaRPr lang="ko-KR" altLang="ko-KR" sz="1400" dirty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 smtClean="0">
                <a:latin typeface="+mn-ea"/>
                <a:ea typeface="+mn-ea"/>
              </a:rPr>
              <a:t>- </a:t>
            </a:r>
            <a:r>
              <a:rPr lang="ko-KR" altLang="ko-KR" sz="1400" dirty="0" smtClean="0">
                <a:latin typeface="+mn-ea"/>
                <a:ea typeface="+mn-ea"/>
              </a:rPr>
              <a:t>현상</a:t>
            </a:r>
            <a:r>
              <a:rPr lang="ko-KR" altLang="ko-KR" sz="1400" dirty="0">
                <a:latin typeface="+mn-ea"/>
                <a:ea typeface="+mn-ea"/>
              </a:rPr>
              <a:t>: </a:t>
            </a:r>
            <a:r>
              <a:rPr lang="en-US" altLang="ko-KR" sz="1400" dirty="0" smtClean="0">
                <a:latin typeface="+mn-ea"/>
                <a:ea typeface="+mn-ea"/>
              </a:rPr>
              <a:t>AGV </a:t>
            </a:r>
            <a:r>
              <a:rPr lang="ko-KR" altLang="en-US" sz="1400" dirty="0" smtClean="0">
                <a:latin typeface="+mn-ea"/>
                <a:ea typeface="+mn-ea"/>
              </a:rPr>
              <a:t>는 </a:t>
            </a:r>
            <a:r>
              <a:rPr lang="en-US" altLang="ko-KR" sz="1400" dirty="0" err="1" smtClean="0">
                <a:latin typeface="+mn-ea"/>
              </a:rPr>
              <a:t>rmw_cyclonedds_cpp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en-US" altLang="ko-KR" sz="1400" dirty="0" smtClean="0">
                <a:solidFill>
                  <a:schemeClr val="dk1"/>
                </a:solidFill>
              </a:rPr>
              <a:t>Dashboard </a:t>
            </a:r>
            <a:r>
              <a:rPr lang="ko-KR" altLang="en-US" sz="1400" dirty="0" smtClean="0">
                <a:solidFill>
                  <a:schemeClr val="dk1"/>
                </a:solidFill>
              </a:rPr>
              <a:t>에서는 </a:t>
            </a:r>
            <a:r>
              <a:rPr lang="en-US" altLang="ko-KR" sz="1400" dirty="0" err="1" smtClean="0">
                <a:latin typeface="+mn-ea"/>
              </a:rPr>
              <a:t>rmw_fastrtps_cpp</a:t>
            </a:r>
            <a:r>
              <a:rPr lang="ko-KR" altLang="en-US" sz="1400" dirty="0" smtClean="0">
                <a:latin typeface="+mn-ea"/>
              </a:rPr>
              <a:t>을 사용하여 통신 하고 있었음</a:t>
            </a:r>
            <a:endParaRPr lang="en-US" altLang="ko-KR" sz="1400" dirty="0" smtClean="0">
              <a:latin typeface="+mn-ea"/>
              <a:ea typeface="+mn-ea"/>
            </a:endParaRPr>
          </a:p>
          <a:p>
            <a:endParaRPr lang="en-US" altLang="ko-KR" sz="1400" dirty="0" smtClean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600" b="1" dirty="0" smtClean="0">
                <a:solidFill>
                  <a:schemeClr val="accent5"/>
                </a:solidFill>
                <a:latin typeface="+mn-ea"/>
                <a:ea typeface="+mn-ea"/>
              </a:rPr>
              <a:t>3. </a:t>
            </a:r>
            <a:r>
              <a:rPr lang="ko-KR" altLang="ko-KR" sz="1600" b="1" dirty="0" smtClean="0">
                <a:solidFill>
                  <a:schemeClr val="accent5"/>
                </a:solidFill>
                <a:latin typeface="+mn-ea"/>
                <a:ea typeface="+mn-ea"/>
              </a:rPr>
              <a:t>해결 </a:t>
            </a:r>
            <a:r>
              <a:rPr lang="ko-KR" altLang="ko-KR" sz="1600" b="1" dirty="0">
                <a:solidFill>
                  <a:schemeClr val="accent5"/>
                </a:solidFill>
                <a:latin typeface="+mn-ea"/>
                <a:ea typeface="+mn-ea"/>
              </a:rPr>
              <a:t>과정</a:t>
            </a: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>
                <a:latin typeface="+mn-ea"/>
                <a:ea typeface="+mn-ea"/>
              </a:rPr>
              <a:t> - </a:t>
            </a:r>
            <a:r>
              <a:rPr lang="en-US" altLang="ko-KR" sz="1400" dirty="0">
                <a:solidFill>
                  <a:schemeClr val="dk1"/>
                </a:solidFill>
                <a:latin typeface="+mn-ea"/>
                <a:ea typeface="+mn-ea"/>
              </a:rPr>
              <a:t>Dashboard </a:t>
            </a:r>
            <a:r>
              <a:rPr lang="ko-KR" altLang="en-US" sz="1400" dirty="0" smtClean="0">
                <a:solidFill>
                  <a:schemeClr val="dk1"/>
                </a:solidFill>
                <a:latin typeface="+mn-ea"/>
                <a:ea typeface="+mn-ea"/>
              </a:rPr>
              <a:t>에서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 err="1" smtClean="0">
                <a:latin typeface="+mn-ea"/>
                <a:ea typeface="+mn-ea"/>
              </a:rPr>
              <a:t>rmw_cyclonedds_cpp</a:t>
            </a:r>
            <a:r>
              <a:rPr lang="en-US" altLang="ko-KR" sz="1400" dirty="0" smtClean="0">
                <a:latin typeface="+mn-ea"/>
                <a:ea typeface="+mn-ea"/>
              </a:rPr>
              <a:t> </a:t>
            </a:r>
            <a:r>
              <a:rPr lang="ko-KR" altLang="en-US" sz="1400" dirty="0" smtClean="0">
                <a:latin typeface="+mn-ea"/>
                <a:ea typeface="+mn-ea"/>
              </a:rPr>
              <a:t>변경 하여 정상적인 통신이 이루어짐</a:t>
            </a:r>
            <a:endParaRPr lang="en-US" altLang="ko-KR" sz="1400" dirty="0" smtClean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 smtClean="0">
                <a:latin typeface="+mn-ea"/>
                <a:ea typeface="+mn-ea"/>
              </a:rPr>
              <a:t> - </a:t>
            </a:r>
            <a:r>
              <a:rPr lang="ko-KR" altLang="en-US" sz="1400" dirty="0" smtClean="0">
                <a:latin typeface="+mn-ea"/>
                <a:ea typeface="+mn-ea"/>
              </a:rPr>
              <a:t>두 통신의 차이점</a:t>
            </a:r>
            <a:endParaRPr lang="en-US" altLang="ko-KR" sz="1400" dirty="0" smtClean="0">
              <a:latin typeface="+mn-ea"/>
              <a:ea typeface="+mn-ea"/>
            </a:endParaRP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r>
              <a:rPr lang="en-US" altLang="ko-KR" sz="1400" dirty="0" smtClean="0">
                <a:latin typeface="+mn-ea"/>
                <a:ea typeface="+mn-ea"/>
              </a:rPr>
              <a:t>    1. </a:t>
            </a:r>
            <a:r>
              <a:rPr lang="en-US" altLang="ko-KR" sz="1400" dirty="0" err="1" smtClean="0">
                <a:latin typeface="+mn-ea"/>
                <a:ea typeface="+mn-ea"/>
              </a:rPr>
              <a:t>rmw_fastrtps_cpp</a:t>
            </a:r>
            <a:r>
              <a:rPr lang="en-US" altLang="ko-KR" sz="1400" dirty="0" smtClean="0">
                <a:latin typeface="+mn-ea"/>
                <a:ea typeface="+mn-ea"/>
              </a:rPr>
              <a:t>: </a:t>
            </a:r>
            <a:r>
              <a:rPr lang="ko-KR" altLang="en-US" sz="1400" dirty="0" smtClean="0">
                <a:latin typeface="+mn-ea"/>
                <a:ea typeface="+mn-ea"/>
              </a:rPr>
              <a:t>일반적인 </a:t>
            </a:r>
            <a:r>
              <a:rPr lang="ko-KR" altLang="en-US" sz="1400" dirty="0">
                <a:latin typeface="+mn-ea"/>
                <a:ea typeface="+mn-ea"/>
              </a:rPr>
              <a:t>개발 환경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가장 레퍼런스가 많고 무난한 기본값</a:t>
            </a:r>
          </a:p>
          <a:p>
            <a:r>
              <a:rPr lang="en-US" altLang="ko-KR" sz="1400" dirty="0" smtClean="0">
                <a:latin typeface="+mn-ea"/>
                <a:ea typeface="+mn-ea"/>
              </a:rPr>
              <a:t>    2. </a:t>
            </a:r>
            <a:r>
              <a:rPr lang="en-US" altLang="ko-KR" sz="1400" dirty="0" err="1" smtClean="0">
                <a:latin typeface="+mn-ea"/>
                <a:ea typeface="+mn-ea"/>
              </a:rPr>
              <a:t>rmw_cyclonedds_cpp</a:t>
            </a:r>
            <a:r>
              <a:rPr lang="en-US" altLang="ko-KR" sz="1400" dirty="0" smtClean="0">
                <a:latin typeface="+mn-ea"/>
                <a:ea typeface="+mn-ea"/>
              </a:rPr>
              <a:t>: Fast </a:t>
            </a:r>
            <a:r>
              <a:rPr lang="en-US" altLang="ko-KR" sz="1400" dirty="0">
                <a:latin typeface="+mn-ea"/>
                <a:ea typeface="+mn-ea"/>
              </a:rPr>
              <a:t>DDS</a:t>
            </a:r>
            <a:r>
              <a:rPr lang="ko-KR" altLang="en-US" sz="1400" dirty="0">
                <a:latin typeface="+mn-ea"/>
                <a:ea typeface="+mn-ea"/>
              </a:rPr>
              <a:t>에서 통신 끊김이나 </a:t>
            </a:r>
            <a:r>
              <a:rPr lang="ko-KR" altLang="en-US" sz="1400" dirty="0" err="1">
                <a:latin typeface="+mn-ea"/>
                <a:ea typeface="+mn-ea"/>
              </a:rPr>
              <a:t>버벅임이</a:t>
            </a:r>
            <a:r>
              <a:rPr lang="ko-KR" altLang="en-US" sz="1400" dirty="0">
                <a:latin typeface="+mn-ea"/>
                <a:ea typeface="+mn-ea"/>
              </a:rPr>
              <a:t> 발생할 때 좋은 대안</a:t>
            </a:r>
          </a:p>
          <a:p>
            <a:pPr lvl="0" eaLnBrk="0" fontAlgn="base" latinLnBrk="0" hangingPunct="0">
              <a:lnSpc>
                <a:spcPts val="2000"/>
              </a:lnSpc>
              <a:spcAft>
                <a:spcPct val="0"/>
              </a:spcAft>
            </a:pPr>
            <a:endParaRPr lang="en-US" altLang="ko-KR" sz="1400" dirty="0" smtClean="0">
              <a:latin typeface="+mn-ea"/>
              <a:ea typeface="+mn-ea"/>
            </a:endParaRPr>
          </a:p>
          <a:p>
            <a:pPr>
              <a:lnSpc>
                <a:spcPts val="2000"/>
              </a:lnSpc>
            </a:pPr>
            <a:r>
              <a:rPr lang="ko-KR" altLang="ko-KR" sz="1400" b="1" dirty="0" smtClean="0">
                <a:solidFill>
                  <a:srgbClr val="00B050"/>
                </a:solidFill>
                <a:latin typeface="+mn-ea"/>
                <a:ea typeface="+mn-ea"/>
              </a:rPr>
              <a:t>4</a:t>
            </a:r>
            <a:r>
              <a:rPr lang="ko-KR" altLang="ko-KR" sz="1400" b="1" dirty="0">
                <a:solidFill>
                  <a:srgbClr val="00B050"/>
                </a:solidFill>
                <a:latin typeface="+mn-ea"/>
                <a:ea typeface="+mn-ea"/>
              </a:rPr>
              <a:t>. 결과 및 배운 점 </a:t>
            </a:r>
            <a:r>
              <a:rPr lang="ko-KR" altLang="ko-KR" sz="1400" b="1" dirty="0" smtClean="0">
                <a:solidFill>
                  <a:srgbClr val="00B050"/>
                </a:solidFill>
                <a:latin typeface="+mn-ea"/>
                <a:ea typeface="+mn-ea"/>
              </a:rPr>
              <a:t>결과</a:t>
            </a:r>
            <a:endParaRPr lang="en-US" altLang="ko-KR" sz="1400" b="1" dirty="0" smtClean="0">
              <a:solidFill>
                <a:srgbClr val="00B050"/>
              </a:solidFill>
              <a:latin typeface="+mn-ea"/>
              <a:ea typeface="+mn-ea"/>
            </a:endParaRPr>
          </a:p>
          <a:p>
            <a:pPr>
              <a:lnSpc>
                <a:spcPts val="2000"/>
              </a:lnSpc>
            </a:pPr>
            <a:r>
              <a:rPr lang="en-US" altLang="ko-KR" sz="1400" b="1" dirty="0" smtClean="0">
                <a:latin typeface="+mn-ea"/>
                <a:ea typeface="+mn-ea"/>
              </a:rPr>
              <a:t> - </a:t>
            </a:r>
            <a:r>
              <a:rPr lang="ko-KR" altLang="en-US" sz="1400" dirty="0" smtClean="0">
                <a:latin typeface="+mn-ea"/>
                <a:ea typeface="+mn-ea"/>
              </a:rPr>
              <a:t>통신 관련 개발 시 더 확인해야 한다</a:t>
            </a:r>
            <a:r>
              <a:rPr lang="en-US" altLang="ko-KR" sz="1400" dirty="0" smtClean="0">
                <a:latin typeface="+mn-ea"/>
                <a:ea typeface="+mn-ea"/>
              </a:rPr>
              <a:t>.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838200" y="365126"/>
            <a:ext cx="10515600" cy="725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 smtClean="0">
                <a:latin typeface="+mn-ea"/>
                <a:ea typeface="+mn-ea"/>
              </a:rPr>
              <a:t>딥 </a:t>
            </a:r>
            <a:r>
              <a:rPr lang="ko-KR" altLang="en-US" sz="3600" dirty="0" err="1" smtClean="0">
                <a:latin typeface="+mn-ea"/>
                <a:ea typeface="+mn-ea"/>
              </a:rPr>
              <a:t>다이브</a:t>
            </a:r>
            <a:r>
              <a:rPr lang="ko-KR" altLang="en-US" sz="3600" dirty="0" smtClean="0">
                <a:latin typeface="+mn-ea"/>
                <a:ea typeface="+mn-ea"/>
              </a:rPr>
              <a:t> </a:t>
            </a:r>
            <a:r>
              <a:rPr lang="en-US" altLang="ko-KR" sz="3600" dirty="0" smtClean="0">
                <a:latin typeface="+mn-ea"/>
                <a:ea typeface="+mn-ea"/>
              </a:rPr>
              <a:t>&amp; </a:t>
            </a:r>
            <a:r>
              <a:rPr lang="ko-KR" altLang="en-US" sz="3600" dirty="0" smtClean="0">
                <a:latin typeface="+mn-ea"/>
                <a:ea typeface="+mn-ea"/>
              </a:rPr>
              <a:t>트러블 슈팅 </a:t>
            </a:r>
            <a:r>
              <a:rPr lang="en-US" altLang="ko-KR" sz="3600" dirty="0" smtClean="0">
                <a:latin typeface="+mn-ea"/>
                <a:ea typeface="+mn-ea"/>
              </a:rPr>
              <a:t>(</a:t>
            </a:r>
            <a:r>
              <a:rPr lang="ko-KR" altLang="en-US" sz="3600" dirty="0" smtClean="0">
                <a:latin typeface="+mn-ea"/>
                <a:ea typeface="+mn-ea"/>
              </a:rPr>
              <a:t>박병기</a:t>
            </a:r>
            <a:r>
              <a:rPr lang="en-US" altLang="ko-KR" sz="3600" dirty="0" smtClean="0">
                <a:latin typeface="+mn-ea"/>
                <a:ea typeface="+mn-ea"/>
              </a:rPr>
              <a:t>)</a:t>
            </a:r>
            <a:endParaRPr lang="ko-KR" altLang="en-US" sz="3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1442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291</Words>
  <Application>Microsoft Office PowerPoint</Application>
  <PresentationFormat>와이드스크린</PresentationFormat>
  <Paragraphs>43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금주 태스크 및 달성도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완수상병_1주차 진행상황발표</dc:title>
  <dc:creator>user</dc:creator>
  <cp:lastModifiedBy>user</cp:lastModifiedBy>
  <cp:revision>33</cp:revision>
  <dcterms:created xsi:type="dcterms:W3CDTF">2026-06-17T02:40:06Z</dcterms:created>
  <dcterms:modified xsi:type="dcterms:W3CDTF">2026-06-24T06:53:28Z</dcterms:modified>
</cp:coreProperties>
</file>