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d1d3f9f81f55c6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CF77A-A729-4017-A854-2626317C758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6A300-DD7B-4FAF-A717-BCD2B316B5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76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1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0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0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8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5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0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5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0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8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9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55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330356" y="469229"/>
            <a:ext cx="2075018" cy="52770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1400" b="1" dirty="0" smtClean="0">
                <a:latin typeface="+mn-ea"/>
                <a:ea typeface="+mn-ea"/>
              </a:rPr>
              <a:t>제어 </a:t>
            </a:r>
            <a:r>
              <a:rPr lang="ko-KR" altLang="en-US" sz="1400" b="1" dirty="0" smtClean="0">
                <a:latin typeface="+mn-ea"/>
                <a:ea typeface="+mn-ea"/>
              </a:rPr>
              <a:t>및 </a:t>
            </a:r>
            <a:r>
              <a:rPr lang="ko-KR" altLang="en-US" sz="1400" b="1" dirty="0" smtClean="0">
                <a:latin typeface="+mn-ea"/>
                <a:ea typeface="+mn-ea"/>
              </a:rPr>
              <a:t>실시간 동기화</a:t>
            </a:r>
            <a:endParaRPr lang="en-US" altLang="ko-KR" sz="1400" b="1" dirty="0"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548" y="606512"/>
            <a:ext cx="8998427" cy="5681269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2938409" y="1859621"/>
            <a:ext cx="3480793" cy="27452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325229" y="1765444"/>
            <a:ext cx="1385454" cy="494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1400" b="1" dirty="0" smtClean="0">
                <a:latin typeface="+mn-ea"/>
                <a:ea typeface="+mn-ea"/>
              </a:rPr>
              <a:t>카메라 영상</a:t>
            </a:r>
            <a:endParaRPr lang="ko-KR" altLang="en-US" sz="1400" b="1" dirty="0">
              <a:latin typeface="+mn-ea"/>
              <a:ea typeface="+mn-ea"/>
            </a:endParaRPr>
          </a:p>
        </p:txBody>
      </p:sp>
      <p:cxnSp>
        <p:nvCxnSpPr>
          <p:cNvPr id="14" name="직선 화살표 연결선 13"/>
          <p:cNvCxnSpPr>
            <a:stCxn id="12" idx="3"/>
            <a:endCxn id="11" idx="1"/>
          </p:cNvCxnSpPr>
          <p:nvPr/>
        </p:nvCxnSpPr>
        <p:spPr>
          <a:xfrm>
            <a:off x="1710683" y="2012879"/>
            <a:ext cx="1227726" cy="121936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6503541" y="1858846"/>
            <a:ext cx="3462391" cy="274601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제목 1"/>
          <p:cNvSpPr txBox="1">
            <a:spLocks/>
          </p:cNvSpPr>
          <p:nvPr/>
        </p:nvSpPr>
        <p:spPr>
          <a:xfrm>
            <a:off x="327536" y="1085632"/>
            <a:ext cx="1852459" cy="53597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400" b="1" dirty="0" smtClean="0">
                <a:latin typeface="+mn-ea"/>
                <a:ea typeface="+mn-ea"/>
              </a:rPr>
              <a:t>AGV </a:t>
            </a:r>
            <a:r>
              <a:rPr lang="ko-KR" altLang="en-US" sz="1400" b="1" dirty="0" smtClean="0">
                <a:latin typeface="+mn-ea"/>
                <a:ea typeface="+mn-ea"/>
              </a:rPr>
              <a:t>맵</a:t>
            </a:r>
            <a:r>
              <a:rPr lang="en-US" altLang="ko-KR" sz="1400" b="1" dirty="0">
                <a:latin typeface="+mn-ea"/>
                <a:ea typeface="+mn-ea"/>
              </a:rPr>
              <a:t>(Map) </a:t>
            </a:r>
            <a:r>
              <a:rPr lang="ko-KR" altLang="en-US" sz="1400" b="1" dirty="0" smtClean="0">
                <a:latin typeface="+mn-ea"/>
                <a:ea typeface="+mn-ea"/>
              </a:rPr>
              <a:t>표시</a:t>
            </a:r>
            <a:endParaRPr lang="ko-KR" altLang="en-US" sz="1400" b="1" dirty="0">
              <a:latin typeface="+mn-ea"/>
              <a:ea typeface="+mn-ea"/>
            </a:endParaRPr>
          </a:p>
        </p:txBody>
      </p:sp>
      <p:cxnSp>
        <p:nvCxnSpPr>
          <p:cNvPr id="25" name="직선 화살표 연결선 24"/>
          <p:cNvCxnSpPr>
            <a:stCxn id="21" idx="3"/>
            <a:endCxn id="20" idx="0"/>
          </p:cNvCxnSpPr>
          <p:nvPr/>
        </p:nvCxnSpPr>
        <p:spPr>
          <a:xfrm>
            <a:off x="2179995" y="1353619"/>
            <a:ext cx="6054742" cy="505227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0134521" y="2012878"/>
            <a:ext cx="1619115" cy="2597949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/>
          <p:cNvCxnSpPr>
            <a:stCxn id="8" idx="3"/>
            <a:endCxn id="31" idx="0"/>
          </p:cNvCxnSpPr>
          <p:nvPr/>
        </p:nvCxnSpPr>
        <p:spPr>
          <a:xfrm>
            <a:off x="2405374" y="733081"/>
            <a:ext cx="8538705" cy="1279797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2938409" y="4704253"/>
            <a:ext cx="7105652" cy="148413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10128400" y="4693020"/>
            <a:ext cx="1625236" cy="149536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제목 1"/>
          <p:cNvSpPr txBox="1">
            <a:spLocks/>
          </p:cNvSpPr>
          <p:nvPr/>
        </p:nvSpPr>
        <p:spPr>
          <a:xfrm>
            <a:off x="333792" y="3212390"/>
            <a:ext cx="1385454" cy="49487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400" b="1" dirty="0" smtClean="0">
                <a:latin typeface="+mn-ea"/>
                <a:ea typeface="+mn-ea"/>
              </a:rPr>
              <a:t>AGV </a:t>
            </a:r>
            <a:r>
              <a:rPr lang="ko-KR" altLang="en-US" sz="1400" b="1" dirty="0" smtClean="0">
                <a:latin typeface="+mn-ea"/>
                <a:ea typeface="+mn-ea"/>
              </a:rPr>
              <a:t>로그</a:t>
            </a:r>
            <a:endParaRPr lang="ko-KR" altLang="en-US" sz="1400" b="1" dirty="0">
              <a:latin typeface="+mn-ea"/>
              <a:ea typeface="+mn-ea"/>
            </a:endParaRPr>
          </a:p>
        </p:txBody>
      </p:sp>
      <p:cxnSp>
        <p:nvCxnSpPr>
          <p:cNvPr id="40" name="직선 화살표 연결선 39"/>
          <p:cNvCxnSpPr>
            <a:stCxn id="38" idx="3"/>
            <a:endCxn id="36" idx="1"/>
          </p:cNvCxnSpPr>
          <p:nvPr/>
        </p:nvCxnSpPr>
        <p:spPr>
          <a:xfrm>
            <a:off x="1719246" y="3459825"/>
            <a:ext cx="1219163" cy="198649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제목 1"/>
          <p:cNvSpPr txBox="1">
            <a:spLocks/>
          </p:cNvSpPr>
          <p:nvPr/>
        </p:nvSpPr>
        <p:spPr>
          <a:xfrm>
            <a:off x="332082" y="4905905"/>
            <a:ext cx="1385454" cy="49487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400" b="1" dirty="0" smtClean="0">
                <a:latin typeface="+mn-ea"/>
                <a:ea typeface="+mn-ea"/>
              </a:rPr>
              <a:t>Control </a:t>
            </a:r>
            <a:r>
              <a:rPr lang="ko-KR" altLang="en-US" sz="1400" b="1" dirty="0" smtClean="0">
                <a:latin typeface="+mn-ea"/>
                <a:ea typeface="+mn-ea"/>
              </a:rPr>
              <a:t>로그</a:t>
            </a:r>
            <a:endParaRPr lang="ko-KR" altLang="en-US" sz="1400" b="1" dirty="0">
              <a:latin typeface="+mn-ea"/>
              <a:ea typeface="+mn-ea"/>
            </a:endParaRPr>
          </a:p>
        </p:txBody>
      </p:sp>
      <p:cxnSp>
        <p:nvCxnSpPr>
          <p:cNvPr id="45" name="직선 화살표 연결선 44"/>
          <p:cNvCxnSpPr>
            <a:stCxn id="43" idx="3"/>
            <a:endCxn id="37" idx="2"/>
          </p:cNvCxnSpPr>
          <p:nvPr/>
        </p:nvCxnSpPr>
        <p:spPr>
          <a:xfrm>
            <a:off x="1717536" y="5153340"/>
            <a:ext cx="9223482" cy="1035046"/>
          </a:xfrm>
          <a:prstGeom prst="bentConnector4">
            <a:avLst>
              <a:gd name="adj1" fmla="val 3823"/>
              <a:gd name="adj2" fmla="val 140946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13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16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완수상병_1주차 진행상황발표</dc:title>
  <dc:creator>user</dc:creator>
  <cp:lastModifiedBy>user</cp:lastModifiedBy>
  <cp:revision>48</cp:revision>
  <dcterms:created xsi:type="dcterms:W3CDTF">2026-06-17T02:40:06Z</dcterms:created>
  <dcterms:modified xsi:type="dcterms:W3CDTF">2026-06-28T04:10:38Z</dcterms:modified>
</cp:coreProperties>
</file>