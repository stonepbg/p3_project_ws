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4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2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7CF77A-A729-4017-A854-2626317C7583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6A300-DD7B-4FAF-A717-BCD2B316B5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763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16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04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70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2883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655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9408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4255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805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988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292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06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766C00-9AC0-4505-9702-9A7574338A7C}" type="datetimeFigureOut">
              <a:rPr lang="ko-KR" altLang="en-US" smtClean="0"/>
              <a:t>2026-06-28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B2905-47D2-4D52-BFBD-C447114145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155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624113" y="1090864"/>
            <a:ext cx="11038497" cy="545431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800" b="1" dirty="0"/>
              <a:t>1. </a:t>
            </a:r>
            <a:r>
              <a:rPr lang="ko-KR" altLang="en-US" sz="1800" b="1" dirty="0"/>
              <a:t>카메라 영상 및 </a:t>
            </a:r>
            <a:r>
              <a:rPr lang="en-US" altLang="ko-KR" sz="1800" b="1" dirty="0"/>
              <a:t>AGV </a:t>
            </a:r>
            <a:r>
              <a:rPr lang="ko-KR" altLang="en-US" sz="1800" b="1" dirty="0"/>
              <a:t>이동 경로 맵</a:t>
            </a:r>
            <a:r>
              <a:rPr lang="en-US" altLang="ko-KR" sz="1800" b="1" dirty="0"/>
              <a:t>(Map) </a:t>
            </a:r>
            <a:r>
              <a:rPr lang="ko-KR" altLang="en-US" sz="1800" b="1" dirty="0"/>
              <a:t>표시</a:t>
            </a:r>
            <a:endParaRPr lang="ko-KR" altLang="en-US" sz="1800" dirty="0"/>
          </a:p>
          <a:p>
            <a:pPr>
              <a:lnSpc>
                <a:spcPct val="100000"/>
              </a:lnSpc>
            </a:pPr>
            <a:endParaRPr lang="en-US" altLang="ko-KR" sz="1400" dirty="0" smtClean="0"/>
          </a:p>
          <a:p>
            <a:pPr>
              <a:lnSpc>
                <a:spcPct val="100000"/>
              </a:lnSpc>
            </a:pPr>
            <a:r>
              <a:rPr lang="en-US" altLang="ko-KR" sz="1400" dirty="0" smtClean="0"/>
              <a:t>  - AGV </a:t>
            </a:r>
            <a:r>
              <a:rPr lang="ko-KR" altLang="en-US" sz="1400" dirty="0"/>
              <a:t>전</a:t>
            </a:r>
            <a:r>
              <a:rPr lang="en-US" altLang="ko-KR" sz="1400" dirty="0"/>
              <a:t>·</a:t>
            </a:r>
            <a:r>
              <a:rPr lang="ko-KR" altLang="en-US" sz="1400" dirty="0"/>
              <a:t>후방 카메라 영상을 통한 실시간 모니터링 기능 제공</a:t>
            </a:r>
          </a:p>
          <a:p>
            <a:pPr>
              <a:lnSpc>
                <a:spcPct val="100000"/>
              </a:lnSpc>
            </a:pPr>
            <a:r>
              <a:rPr lang="ko-KR" altLang="en-US" sz="1400" dirty="0" smtClean="0"/>
              <a:t>  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시스템 </a:t>
            </a:r>
            <a:r>
              <a:rPr lang="ko-KR" altLang="en-US" sz="1400" dirty="0"/>
              <a:t>내부 맵</a:t>
            </a:r>
            <a:r>
              <a:rPr lang="en-US" altLang="ko-KR" sz="1400" dirty="0"/>
              <a:t>(</a:t>
            </a:r>
            <a:r>
              <a:rPr lang="ko-KR" altLang="en-US" sz="1400" dirty="0"/>
              <a:t>지도</a:t>
            </a:r>
            <a:r>
              <a:rPr lang="en-US" altLang="ko-KR" sz="1400" dirty="0"/>
              <a:t>) </a:t>
            </a:r>
            <a:r>
              <a:rPr lang="ko-KR" altLang="en-US" sz="1400" dirty="0"/>
              <a:t>구현을 통한 </a:t>
            </a:r>
            <a:r>
              <a:rPr lang="en-US" altLang="ko-KR" sz="1400" dirty="0"/>
              <a:t>AGV </a:t>
            </a:r>
            <a:r>
              <a:rPr lang="ko-KR" altLang="en-US" sz="1400" dirty="0"/>
              <a:t>현재 위치 실시간 표시</a:t>
            </a:r>
          </a:p>
          <a:p>
            <a:pPr>
              <a:lnSpc>
                <a:spcPct val="100000"/>
              </a:lnSpc>
            </a:pPr>
            <a:endParaRPr lang="en-US" altLang="ko-KR" sz="1400" b="1" dirty="0" smtClean="0"/>
          </a:p>
          <a:p>
            <a:pPr>
              <a:lnSpc>
                <a:spcPct val="100000"/>
              </a:lnSpc>
            </a:pPr>
            <a:endParaRPr lang="en-US" altLang="ko-KR" sz="1400" b="1" dirty="0" smtClean="0"/>
          </a:p>
          <a:p>
            <a:pPr>
              <a:lnSpc>
                <a:spcPct val="100000"/>
              </a:lnSpc>
            </a:pPr>
            <a:r>
              <a:rPr lang="en-US" altLang="ko-KR" sz="1800" b="1" dirty="0" smtClean="0"/>
              <a:t>2</a:t>
            </a:r>
            <a:r>
              <a:rPr lang="en-US" altLang="ko-KR" sz="1800" b="1" dirty="0"/>
              <a:t>. </a:t>
            </a:r>
            <a:r>
              <a:rPr lang="ko-KR" altLang="en-US" sz="1800" b="1" dirty="0"/>
              <a:t>모바일 최적화 화면</a:t>
            </a:r>
            <a:r>
              <a:rPr lang="en-US" altLang="ko-KR" sz="1800" b="1" dirty="0"/>
              <a:t>(</a:t>
            </a:r>
            <a:r>
              <a:rPr lang="ko-KR" altLang="en-US" sz="1800" b="1" dirty="0"/>
              <a:t>세로 모드</a:t>
            </a:r>
            <a:r>
              <a:rPr lang="en-US" altLang="ko-KR" sz="1800" b="1" dirty="0"/>
              <a:t>) </a:t>
            </a:r>
            <a:r>
              <a:rPr lang="ko-KR" altLang="en-US" sz="1800" b="1" dirty="0"/>
              <a:t>및 제어 기능</a:t>
            </a:r>
            <a:endParaRPr lang="ko-KR" altLang="en-US" sz="1800" dirty="0"/>
          </a:p>
          <a:p>
            <a:pPr>
              <a:lnSpc>
                <a:spcPct val="100000"/>
              </a:lnSpc>
            </a:pPr>
            <a:endParaRPr lang="en-US" altLang="ko-KR" sz="1400" dirty="0" smtClean="0"/>
          </a:p>
          <a:p>
            <a:pPr>
              <a:lnSpc>
                <a:spcPct val="100000"/>
              </a:lnSpc>
            </a:pPr>
            <a:r>
              <a:rPr lang="ko-KR" altLang="en-US" sz="1400" dirty="0" smtClean="0"/>
              <a:t>  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메인 </a:t>
            </a:r>
            <a:r>
              <a:rPr lang="ko-KR" altLang="en-US" sz="1400" dirty="0"/>
              <a:t>화면 전체를 모바일 환경에 맞춘 </a:t>
            </a:r>
            <a:r>
              <a:rPr lang="ko-KR" altLang="en-US" sz="1400" dirty="0" err="1"/>
              <a:t>세로형</a:t>
            </a:r>
            <a:r>
              <a:rPr lang="ko-KR" altLang="en-US" sz="1400" dirty="0"/>
              <a:t> </a:t>
            </a:r>
            <a:r>
              <a:rPr lang="en-US" altLang="ko-KR" sz="1400" dirty="0"/>
              <a:t>UI</a:t>
            </a:r>
            <a:r>
              <a:rPr lang="ko-KR" altLang="en-US" sz="1400" dirty="0"/>
              <a:t>로 최적화 전환</a:t>
            </a:r>
          </a:p>
          <a:p>
            <a:pPr>
              <a:lnSpc>
                <a:spcPct val="100000"/>
              </a:lnSpc>
            </a:pPr>
            <a:r>
              <a:rPr lang="en-US" altLang="ko-KR" sz="1400" dirty="0" smtClean="0"/>
              <a:t>  - </a:t>
            </a:r>
            <a:r>
              <a:rPr lang="ko-KR" altLang="en-US" sz="1400" dirty="0" smtClean="0"/>
              <a:t>모바일 </a:t>
            </a:r>
            <a:r>
              <a:rPr lang="ko-KR" altLang="en-US" sz="1400" dirty="0"/>
              <a:t>기기를 통한 실시간 화면 모니터링 및 원격 제어 명령 지원</a:t>
            </a:r>
          </a:p>
          <a:p>
            <a:pPr>
              <a:lnSpc>
                <a:spcPct val="100000"/>
              </a:lnSpc>
            </a:pPr>
            <a:endParaRPr lang="en-US" altLang="ko-KR" sz="1400" b="1" dirty="0" smtClean="0"/>
          </a:p>
          <a:p>
            <a:pPr>
              <a:lnSpc>
                <a:spcPct val="100000"/>
              </a:lnSpc>
            </a:pPr>
            <a:endParaRPr lang="en-US" altLang="ko-KR" sz="1400" b="1" dirty="0" smtClean="0"/>
          </a:p>
          <a:p>
            <a:pPr>
              <a:lnSpc>
                <a:spcPct val="100000"/>
              </a:lnSpc>
            </a:pPr>
            <a:r>
              <a:rPr lang="en-US" altLang="ko-KR" sz="1800" b="1" dirty="0" smtClean="0"/>
              <a:t>3</a:t>
            </a:r>
            <a:r>
              <a:rPr lang="en-US" altLang="ko-KR" sz="1800" b="1" dirty="0"/>
              <a:t>. </a:t>
            </a:r>
            <a:r>
              <a:rPr lang="ko-KR" altLang="en-US" sz="1800" b="1" dirty="0"/>
              <a:t>브라우저 간 실시간 동기화 처리</a:t>
            </a:r>
            <a:endParaRPr lang="ko-KR" altLang="en-US" sz="1800" dirty="0"/>
          </a:p>
          <a:p>
            <a:pPr>
              <a:lnSpc>
                <a:spcPct val="100000"/>
              </a:lnSpc>
            </a:pPr>
            <a:endParaRPr lang="en-US" altLang="ko-KR" sz="1400" dirty="0" smtClean="0"/>
          </a:p>
          <a:p>
            <a:pPr>
              <a:lnSpc>
                <a:spcPct val="100000"/>
              </a:lnSpc>
            </a:pPr>
            <a:r>
              <a:rPr lang="en-US" altLang="ko-KR" sz="1400" dirty="0" smtClean="0"/>
              <a:t>  - </a:t>
            </a:r>
            <a:r>
              <a:rPr lang="ko-KR" altLang="en-US" sz="1400" dirty="0" smtClean="0"/>
              <a:t>다중 </a:t>
            </a:r>
            <a:r>
              <a:rPr lang="ko-KR" altLang="en-US" sz="1400" dirty="0"/>
              <a:t>브라우저</a:t>
            </a:r>
            <a:r>
              <a:rPr lang="en-US" altLang="ko-KR" sz="1400" dirty="0"/>
              <a:t>(A, B, C </a:t>
            </a:r>
            <a:r>
              <a:rPr lang="ko-KR" altLang="en-US" sz="1400" dirty="0"/>
              <a:t>등</a:t>
            </a:r>
            <a:r>
              <a:rPr lang="en-US" altLang="ko-KR" sz="1400" dirty="0"/>
              <a:t>)</a:t>
            </a:r>
            <a:r>
              <a:rPr lang="ko-KR" altLang="en-US" sz="1400" dirty="0"/>
              <a:t>에서 동일 대시보드를 동시 실행 가능</a:t>
            </a:r>
          </a:p>
          <a:p>
            <a:pPr>
              <a:lnSpc>
                <a:spcPct val="100000"/>
              </a:lnSpc>
            </a:pPr>
            <a:r>
              <a:rPr lang="ko-KR" altLang="en-US" sz="1400" dirty="0" smtClean="0"/>
              <a:t>  </a:t>
            </a:r>
            <a:r>
              <a:rPr lang="en-US" altLang="ko-KR" sz="1400" dirty="0" smtClean="0"/>
              <a:t>- </a:t>
            </a:r>
            <a:r>
              <a:rPr lang="ko-KR" altLang="en-US" sz="1400" dirty="0" smtClean="0"/>
              <a:t>특정 </a:t>
            </a:r>
            <a:r>
              <a:rPr lang="ko-KR" altLang="en-US" sz="1400" dirty="0"/>
              <a:t>브라우저에서 명령 실행 시</a:t>
            </a:r>
            <a:r>
              <a:rPr lang="en-US" altLang="ko-KR" sz="1400" dirty="0"/>
              <a:t>, </a:t>
            </a:r>
            <a:r>
              <a:rPr lang="ko-KR" altLang="en-US" sz="1400" dirty="0"/>
              <a:t>타 브라우저 화면에도 처리 </a:t>
            </a:r>
            <a:endParaRPr lang="en-US" altLang="ko-KR" sz="1400" dirty="0" smtClean="0"/>
          </a:p>
          <a:p>
            <a:pPr>
              <a:lnSpc>
                <a:spcPct val="100000"/>
              </a:lnSpc>
            </a:pPr>
            <a:r>
              <a:rPr lang="en-US" altLang="ko-KR" sz="1400" dirty="0"/>
              <a:t> </a:t>
            </a:r>
            <a:r>
              <a:rPr lang="en-US" altLang="ko-KR" sz="1400" dirty="0" smtClean="0"/>
              <a:t>   </a:t>
            </a:r>
            <a:r>
              <a:rPr lang="ko-KR" altLang="en-US" sz="1400" dirty="0" smtClean="0"/>
              <a:t>결과를 실시간으로 </a:t>
            </a:r>
            <a:r>
              <a:rPr lang="ko-KR" altLang="en-US" sz="1400" dirty="0"/>
              <a:t>동기화 및 반영</a:t>
            </a:r>
          </a:p>
          <a:p>
            <a:pPr fontAlgn="base">
              <a:lnSpc>
                <a:spcPct val="100000"/>
              </a:lnSpc>
            </a:pPr>
            <a:endParaRPr lang="ko-KR" altLang="en-US" sz="1400" dirty="0"/>
          </a:p>
          <a:p>
            <a:pPr marL="285750" indent="-285750" fontAlgn="base">
              <a:buFontTx/>
              <a:buChar char="-"/>
            </a:pPr>
            <a:endParaRPr lang="ko-KR" altLang="en-US" sz="1400" dirty="0"/>
          </a:p>
          <a:p>
            <a:pPr>
              <a:lnSpc>
                <a:spcPts val="2000"/>
              </a:lnSpc>
            </a:pPr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10" name="제목 1"/>
          <p:cNvSpPr txBox="1">
            <a:spLocks/>
          </p:cNvSpPr>
          <p:nvPr/>
        </p:nvSpPr>
        <p:spPr>
          <a:xfrm>
            <a:off x="838200" y="365126"/>
            <a:ext cx="10515600" cy="725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 smtClean="0">
                <a:solidFill>
                  <a:schemeClr val="dk1"/>
                </a:solidFill>
                <a:latin typeface="+mn-ea"/>
              </a:rPr>
              <a:t>Dashboard </a:t>
            </a:r>
            <a:r>
              <a:rPr lang="ko-KR" altLang="en-US" sz="3600" dirty="0" smtClean="0">
                <a:solidFill>
                  <a:schemeClr val="dk1"/>
                </a:solidFill>
                <a:latin typeface="+mn-ea"/>
              </a:rPr>
              <a:t>구현</a:t>
            </a:r>
            <a:r>
              <a:rPr lang="ko-KR" altLang="en-US" sz="3600" dirty="0" smtClean="0">
                <a:latin typeface="+mn-ea"/>
                <a:ea typeface="+mn-ea"/>
              </a:rPr>
              <a:t> </a:t>
            </a:r>
            <a:r>
              <a:rPr lang="en-US" altLang="ko-KR" sz="3600" dirty="0" smtClean="0">
                <a:latin typeface="+mn-ea"/>
                <a:ea typeface="+mn-ea"/>
              </a:rPr>
              <a:t>(</a:t>
            </a:r>
            <a:r>
              <a:rPr lang="ko-KR" altLang="en-US" sz="3600" dirty="0" smtClean="0">
                <a:latin typeface="+mn-ea"/>
                <a:ea typeface="+mn-ea"/>
              </a:rPr>
              <a:t>박병기</a:t>
            </a:r>
            <a:r>
              <a:rPr lang="en-US" altLang="ko-KR" sz="3600" dirty="0" smtClean="0">
                <a:latin typeface="+mn-ea"/>
                <a:ea typeface="+mn-ea"/>
              </a:rPr>
              <a:t>)</a:t>
            </a:r>
            <a:endParaRPr lang="ko-KR" altLang="en-US" sz="3600" dirty="0">
              <a:latin typeface="+mn-ea"/>
              <a:ea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427" y="1157673"/>
            <a:ext cx="5244184" cy="280801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426" y="4062038"/>
            <a:ext cx="1682005" cy="244522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587" y="4062037"/>
            <a:ext cx="1689474" cy="244522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367" y="4062038"/>
            <a:ext cx="1676243" cy="244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134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127</Words>
  <Application>Microsoft Office PowerPoint</Application>
  <PresentationFormat>와이드스크린</PresentationFormat>
  <Paragraphs>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완수상병_1주차 진행상황발표</dc:title>
  <dc:creator>user</dc:creator>
  <cp:lastModifiedBy>user</cp:lastModifiedBy>
  <cp:revision>45</cp:revision>
  <dcterms:created xsi:type="dcterms:W3CDTF">2026-06-17T02:40:06Z</dcterms:created>
  <dcterms:modified xsi:type="dcterms:W3CDTF">2026-06-28T01:39:45Z</dcterms:modified>
</cp:coreProperties>
</file>