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creenshot 2026-07-10 0929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731520"/>
            <a:ext cx="10972800" cy="519340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13716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AGV Core Dashboard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" y="1005840"/>
            <a:ext cx="2103120" cy="685800"/>
          </a:xfrm>
          <a:prstGeom prst="roundRect">
            <a:avLst/>
          </a:prstGeom>
          <a:solidFill>
            <a:srgbClr val="00D4FF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CAMERA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0432" y="1389888"/>
            <a:ext cx="19202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0F0F0"/>
                </a:solidFill>
              </a:defRPr>
            </a:pPr>
            <a:r>
              <a:t>Dashboard Overlay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503920" y="1005840"/>
            <a:ext cx="2103120" cy="685800"/>
          </a:xfrm>
          <a:prstGeom prst="roundRect">
            <a:avLst/>
          </a:prstGeom>
          <a:solidFill>
            <a:srgbClr val="966EFF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MAP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77072" y="1389888"/>
            <a:ext cx="19202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0F0F0"/>
                </a:solidFill>
              </a:defRPr>
            </a:pPr>
            <a:r>
              <a:t>Dashboard Overlay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4846320"/>
            <a:ext cx="2103120" cy="685800"/>
          </a:xfrm>
          <a:prstGeom prst="roundRect">
            <a:avLst/>
          </a:prstGeom>
          <a:solidFill>
            <a:srgbClr val="FFAA00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LOG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70432" y="5230368"/>
            <a:ext cx="19202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0F0F0"/>
                </a:solidFill>
              </a:defRPr>
            </a:pPr>
            <a:r>
              <a:t>Dashboard Overlay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03920" y="4846320"/>
            <a:ext cx="2103120" cy="685800"/>
          </a:xfrm>
          <a:prstGeom prst="roundRect">
            <a:avLst/>
          </a:prstGeom>
          <a:solidFill>
            <a:srgbClr val="1ED760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REMOTE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77072" y="5230368"/>
            <a:ext cx="19202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0F0F0"/>
                </a:solidFill>
              </a:defRPr>
            </a:pPr>
            <a:r>
              <a:t>Dashboard Overlay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