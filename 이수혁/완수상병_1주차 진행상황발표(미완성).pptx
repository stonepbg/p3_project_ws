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4" autoAdjust="0"/>
    <p:restoredTop sz="94660"/>
  </p:normalViewPr>
  <p:slideViewPr>
    <p:cSldViewPr snapToGrid="0">
      <p:cViewPr varScale="1">
        <p:scale>
          <a:sx n="77" d="100"/>
          <a:sy n="77" d="100"/>
        </p:scale>
        <p:origin x="11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716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0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707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883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655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408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255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805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988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292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068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66C00-9AC0-4505-9702-9A7574338A7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55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완</a:t>
            </a:r>
            <a:r>
              <a:rPr lang="ko-KR" altLang="en-US" dirty="0" err="1" smtClean="0"/>
              <a:t>수상병</a:t>
            </a:r>
            <a:r>
              <a:rPr lang="en-US" altLang="ko-KR" dirty="0" smtClean="0"/>
              <a:t>_1</a:t>
            </a:r>
            <a:r>
              <a:rPr lang="ko-KR" altLang="en-US" dirty="0" smtClean="0"/>
              <a:t>주차 진행상황발표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 smtClean="0"/>
              <a:t>김완식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이수혁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이상휘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박병기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049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6367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주간 요약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612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금주 태스크 및 달성도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0452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딥 </a:t>
            </a:r>
            <a:r>
              <a:rPr lang="ko-KR" altLang="en-US" dirty="0" err="1" smtClean="0"/>
              <a:t>다이브</a:t>
            </a:r>
            <a:r>
              <a:rPr lang="ko-KR" altLang="en-US" dirty="0"/>
              <a:t> </a:t>
            </a:r>
            <a:r>
              <a:rPr lang="en-US" altLang="ko-KR" dirty="0" smtClean="0"/>
              <a:t>&amp; </a:t>
            </a:r>
            <a:r>
              <a:rPr lang="ko-KR" altLang="en-US" dirty="0" smtClean="0"/>
              <a:t>트러블 슈팅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김완식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981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딥 </a:t>
            </a:r>
            <a:r>
              <a:rPr lang="ko-KR" altLang="en-US" dirty="0" err="1" smtClean="0"/>
              <a:t>다이브</a:t>
            </a:r>
            <a:r>
              <a:rPr lang="ko-KR" altLang="en-US" dirty="0"/>
              <a:t> </a:t>
            </a:r>
            <a:r>
              <a:rPr lang="en-US" altLang="ko-KR" dirty="0" smtClean="0"/>
              <a:t>&amp; </a:t>
            </a:r>
            <a:r>
              <a:rPr lang="ko-KR" altLang="en-US" dirty="0" smtClean="0"/>
              <a:t>트러블 슈팅 </a:t>
            </a:r>
            <a:r>
              <a:rPr lang="en-US" altLang="ko-KR" dirty="0" smtClean="0"/>
              <a:t>(</a:t>
            </a:r>
            <a:r>
              <a:rPr lang="ko-KR" altLang="en-US" dirty="0" smtClean="0"/>
              <a:t>이수혁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63047" y="1684524"/>
            <a:ext cx="11107528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문제 상황 </a:t>
            </a:r>
            <a:endParaRPr kumimoji="0" lang="en-US" altLang="ko-KR" sz="1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현상: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사람 추종 중 예외 처리를 위해 탐색 토픽(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search_cmd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)을 추가하자, </a:t>
            </a: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기존 추종 주행 시 로봇이 심하게 떨리거나 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급발진하는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하부 제어 오작동 발생 (코드 롤백 시 정상화).</a:t>
            </a:r>
            <a:endParaRPr kumimoji="0" lang="ko-KR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2. 원인 분석 및 문제 정의 가설 검증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데이터 오염 가능성 검토 및 다중 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콜백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간 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제어권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경합 여부 분석.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원인 정의: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타겟 상실 시 기존 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콜백의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[정지] 명령과 신규 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콜백의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[회전] 명령이 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600" dirty="0">
                <a:latin typeface="Arial" panose="020B0604020202020204" pitchFamily="34" charset="0"/>
              </a:rPr>
              <a:t>	</a:t>
            </a:r>
            <a:r>
              <a:rPr lang="en-US" altLang="ko-KR" sz="1600" dirty="0" smtClean="0">
                <a:latin typeface="Arial" panose="020B0604020202020204" pitchFamily="34" charset="0"/>
              </a:rPr>
              <a:t>  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하나의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cmd_vel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토픽을 두고 무작위 주기로 충돌하여 발생한 명령 꼬임(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Race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Condition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)으로 판단.</a:t>
            </a:r>
            <a:endParaRPr kumimoji="0" lang="ko-KR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3. 해결 </a:t>
            </a:r>
            <a:r>
              <a:rPr kumimoji="0" lang="ko-KR" altLang="ko-KR" sz="1600" b="1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과정토픽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단일화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타이밍 동기화가 어려운 다중 토픽 구조를 폐기하고 데이터 흐름 통합.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유휴 필드 전용: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geometry_msgs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Twist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메시지의 안 쓰는 필드(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linear.z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를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모드 플래그(0:추종, 1·2:탐색, 3:정지)로 활용.</a:t>
            </a:r>
            <a:endParaRPr kumimoji="0" lang="ko-KR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단일 공급원(</a:t>
            </a:r>
            <a:r>
              <a:rPr kumimoji="0" lang="ko-KR" altLang="ko-KR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SSoT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구축: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상위 노드에서 상태 판단을 일임하고, AGV 제어 노드는 단일 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콜백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내에서 </a:t>
            </a: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600" dirty="0">
                <a:latin typeface="Arial" panose="020B0604020202020204" pitchFamily="34" charset="0"/>
              </a:rPr>
              <a:t>	</a:t>
            </a:r>
            <a:r>
              <a:rPr lang="en-US" altLang="ko-KR" sz="1600" dirty="0" smtClean="0">
                <a:latin typeface="Arial" panose="020B0604020202020204" pitchFamily="34" charset="0"/>
              </a:rPr>
              <a:t>	          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if-elif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구조로만 분기되도록 전면 수정.</a:t>
            </a:r>
            <a:endParaRPr kumimoji="0" lang="ko-KR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4. 결과 및 배운 점 결과: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제어 명령 경합이 원천 차단되어 주행 안정성이 완전히 회복됨.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배운 점: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제어 대상(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cmd_vel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)에 대한 공급처가 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다중화되면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타이밍 이슈로 시스템이 붕괴될 수 있으며, </a:t>
            </a: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600" dirty="0"/>
              <a:t>	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설계 단계부터 단일 진실 공급원(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SSoT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)을 확보하는 것이 필수적임을 기술적으로 이해함.</a:t>
            </a:r>
            <a:endParaRPr kumimoji="0" lang="ko-KR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868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딥 </a:t>
            </a:r>
            <a:r>
              <a:rPr lang="ko-KR" altLang="en-US" dirty="0" err="1" smtClean="0"/>
              <a:t>다이브</a:t>
            </a:r>
            <a:r>
              <a:rPr lang="ko-KR" altLang="en-US" dirty="0"/>
              <a:t> </a:t>
            </a:r>
            <a:r>
              <a:rPr lang="en-US" altLang="ko-KR" dirty="0" smtClean="0"/>
              <a:t>&amp; </a:t>
            </a:r>
            <a:r>
              <a:rPr lang="ko-KR" altLang="en-US" dirty="0" smtClean="0"/>
              <a:t>트러블 슈팅 </a:t>
            </a:r>
            <a:r>
              <a:rPr lang="en-US" altLang="ko-KR" dirty="0" smtClean="0"/>
              <a:t>(</a:t>
            </a:r>
            <a:r>
              <a:rPr lang="ko-KR" altLang="en-US" dirty="0" smtClean="0"/>
              <a:t>이상휘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6602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딥 </a:t>
            </a:r>
            <a:r>
              <a:rPr lang="ko-KR" altLang="en-US" dirty="0" err="1" smtClean="0"/>
              <a:t>다이브</a:t>
            </a:r>
            <a:r>
              <a:rPr lang="ko-KR" altLang="en-US" dirty="0"/>
              <a:t> </a:t>
            </a:r>
            <a:r>
              <a:rPr lang="en-US" altLang="ko-KR" dirty="0" smtClean="0"/>
              <a:t>&amp; </a:t>
            </a:r>
            <a:r>
              <a:rPr lang="ko-KR" altLang="en-US" dirty="0" smtClean="0"/>
              <a:t>트러블 슈팅 </a:t>
            </a:r>
            <a:r>
              <a:rPr lang="en-US" altLang="ko-KR" dirty="0" smtClean="0"/>
              <a:t>(</a:t>
            </a:r>
            <a:r>
              <a:rPr lang="ko-KR" altLang="en-US" dirty="0" smtClean="0"/>
              <a:t>박병기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2837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협업 및 버전 관리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4240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다음 주 계획 및 회고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0429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137</Words>
  <Application>Microsoft Office PowerPoint</Application>
  <PresentationFormat>와이드스크린</PresentationFormat>
  <Paragraphs>27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Arial Unicode MS</vt:lpstr>
      <vt:lpstr>맑은 고딕</vt:lpstr>
      <vt:lpstr>Arial</vt:lpstr>
      <vt:lpstr>Office 테마</vt:lpstr>
      <vt:lpstr>완수상병_1주차 진행상황발표</vt:lpstr>
      <vt:lpstr>목차</vt:lpstr>
      <vt:lpstr>주간 요약</vt:lpstr>
      <vt:lpstr>금주 태스크 및 달성도</vt:lpstr>
      <vt:lpstr>딥 다이브 &amp; 트러블 슈팅 (김완식)</vt:lpstr>
      <vt:lpstr>딥 다이브 &amp; 트러블 슈팅 (이수혁)</vt:lpstr>
      <vt:lpstr>딥 다이브 &amp; 트러블 슈팅 (이상휘)</vt:lpstr>
      <vt:lpstr>딥 다이브 &amp; 트러블 슈팅 (박병기)</vt:lpstr>
      <vt:lpstr>협업 및 버전 관리</vt:lpstr>
      <vt:lpstr>다음 주 계획 및 회고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완수상병_1주차 진행상황발표</dc:title>
  <dc:creator>user</dc:creator>
  <cp:lastModifiedBy>user</cp:lastModifiedBy>
  <cp:revision>2</cp:revision>
  <dcterms:created xsi:type="dcterms:W3CDTF">2026-06-17T02:40:06Z</dcterms:created>
  <dcterms:modified xsi:type="dcterms:W3CDTF">2026-06-17T02:43:04Z</dcterms:modified>
</cp:coreProperties>
</file>