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3" r:id="rId2"/>
    <p:sldId id="297" r:id="rId3"/>
    <p:sldId id="29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2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D96989-4F0F-4B73-95DB-12DBB89806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133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84102" cy="9144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800" y="914400"/>
            <a:ext cx="5105400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  <a:solidFill>
            <a:srgbClr val="F4F4F2"/>
          </a:solidFill>
        </p:spPr>
      </p:pic>
      <p:sp>
        <p:nvSpPr>
          <p:cNvPr id="4" name="직사각형 3"/>
          <p:cNvSpPr/>
          <p:nvPr/>
        </p:nvSpPr>
        <p:spPr>
          <a:xfrm>
            <a:off x="1041400" y="7180385"/>
            <a:ext cx="4724400" cy="1600200"/>
          </a:xfrm>
          <a:prstGeom prst="rect">
            <a:avLst/>
          </a:prstGeom>
          <a:solidFill>
            <a:srgbClr val="F4F4F2"/>
          </a:solidFill>
          <a:ln>
            <a:solidFill>
              <a:srgbClr val="F5F4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1487096"/>
            <a:ext cx="10591800" cy="57146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7251" y="8591570"/>
            <a:ext cx="2098749" cy="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152"/>
            <a:ext cx="16256000" cy="9217152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>
            <a:off x="2336800" y="6705600"/>
            <a:ext cx="1143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11557000" y="3657600"/>
            <a:ext cx="2514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/>
          <p:nvPr/>
        </p:nvCxnSpPr>
        <p:spPr>
          <a:xfrm>
            <a:off x="3213100" y="4419600"/>
            <a:ext cx="1104900" cy="457200"/>
          </a:xfrm>
          <a:prstGeom prst="bentConnector3">
            <a:avLst>
              <a:gd name="adj1" fmla="val 10004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/>
          <p:nvPr/>
        </p:nvCxnSpPr>
        <p:spPr>
          <a:xfrm rot="16200000" flipV="1">
            <a:off x="6108700" y="6667500"/>
            <a:ext cx="1600200" cy="1066800"/>
          </a:xfrm>
          <a:prstGeom prst="bentConnector3">
            <a:avLst>
              <a:gd name="adj1" fmla="val 83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/>
          <p:nvPr/>
        </p:nvCxnSpPr>
        <p:spPr>
          <a:xfrm>
            <a:off x="2489200" y="5791200"/>
            <a:ext cx="1447800" cy="685800"/>
          </a:xfrm>
          <a:prstGeom prst="bentConnector3">
            <a:avLst>
              <a:gd name="adj1" fmla="val 2576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/>
          <p:nvPr/>
        </p:nvCxnSpPr>
        <p:spPr>
          <a:xfrm rot="10800000">
            <a:off x="10033002" y="4706112"/>
            <a:ext cx="3462080" cy="1085088"/>
          </a:xfrm>
          <a:prstGeom prst="bentConnector3">
            <a:avLst>
              <a:gd name="adj1" fmla="val 9975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flipH="1">
            <a:off x="11404600" y="4535424"/>
            <a:ext cx="209048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그림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156" y="8524789"/>
            <a:ext cx="157184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2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</TotalTime>
  <Words>1</Words>
  <Application>Microsoft Office PowerPoint</Application>
  <PresentationFormat>사용자 지정</PresentationFormat>
  <Paragraphs>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47</cp:revision>
  <dcterms:created xsi:type="dcterms:W3CDTF">2006-08-16T00:00:00Z</dcterms:created>
  <dcterms:modified xsi:type="dcterms:W3CDTF">2026-06-25T06:40:14Z</dcterms:modified>
</cp:coreProperties>
</file>