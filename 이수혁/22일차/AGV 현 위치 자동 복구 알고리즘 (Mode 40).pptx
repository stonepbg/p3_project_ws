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3250" y="762000"/>
            <a:ext cx="4762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757362"/>
            <a:ext cx="2681287" cy="3709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28987" y="1757362"/>
            <a:ext cx="2681287" cy="3709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81725" y="1757362"/>
            <a:ext cx="2681287" cy="3709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34462" y="1757362"/>
            <a:ext cx="2681287" cy="3709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6725" y="5548981"/>
            <a:ext cx="5524500" cy="1188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181725" y="5548981"/>
            <a:ext cx="5524500" cy="1188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6275" y="2921198"/>
            <a:ext cx="2281237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29012" y="2911673"/>
            <a:ext cx="2281237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81750" y="2921198"/>
            <a:ext cx="2281237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234487" y="2921198"/>
            <a:ext cx="2281237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476250" y="390525"/>
            <a:ext cx="293161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1" i="0" u="none" strike="noStrike" cap="none">
                <a:solidFill>
                  <a:srgbClr val="00C8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시스템 강건성 · 자동 복구 모드 (Mode 40)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476250" y="638175"/>
            <a:ext cx="11715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AGV 현 위치 자동 복구 알고리즘 (Mode 40)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476250" y="1152525"/>
            <a:ext cx="112395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비전 기반 절대 좌표 캘리브레이션: 위치 상실 시 ArUco 랜드마크를 인식하여 맵 상의 위치를 100% 동기화하는 자가 복구 프로세스</a:t>
            </a:r>
            <a:endParaRPr/>
          </a:p>
        </p:txBody>
      </p:sp>
      <p:pic>
        <p:nvPicPr>
          <p:cNvPr id="100" name="Google Shape;100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66725" y="1794280"/>
            <a:ext cx="2662237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619244" y="2357437"/>
            <a:ext cx="2395299" cy="42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360도 무한 탐색 및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사각지대 탈출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676275" y="4302323"/>
            <a:ext cx="2281237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카메라를 켜고 제자리에서 회전하며 마커를 찾습니다. 25초간 미발견 시 사각지대로 판단, 3초 직진 후 다시 탐색하는 생존 로직을 가동합니다.</a:t>
            </a:r>
            <a:endParaRPr/>
          </a:p>
        </p:txBody>
      </p:sp>
      <p:pic>
        <p:nvPicPr>
          <p:cNvPr id="104" name="Google Shape;104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338512" y="1811833"/>
            <a:ext cx="2662237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3471981" y="2347912"/>
            <a:ext cx="2395299" cy="42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거리 역산 및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절대 좌표 도출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3529012" y="4292798"/>
            <a:ext cx="2281237" cy="96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마커 포착 시 회전을 멈추고 픽셀 크기로 물리적 거리를 역산합니다. DB의 마커 좌표(X,Y,Yaw)를 기준으로 현재 맵 좌표를 계산해 시스템에 강제 주입합니다.</a:t>
            </a:r>
            <a:endParaRPr/>
          </a:p>
        </p:txBody>
      </p:sp>
      <p:pic>
        <p:nvPicPr>
          <p:cNvPr id="108" name="Google Shape;108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181726" y="1816666"/>
            <a:ext cx="2662237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6324719" y="2357437"/>
            <a:ext cx="2395299" cy="42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AMCL 파티클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동기화 댄스 (Dance)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6381750" y="4302323"/>
            <a:ext cx="2281237" cy="96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좌표 주입 직후, 제자리에서 '좌우 도리도리 및 앞뒤 미세 이동(Dance)'을 자동 수행하여 흩어진 파티클(위치 확률)들을 새로운 좌표로 100% 수렴시킵니다.</a:t>
            </a:r>
            <a:endParaRPr/>
          </a:p>
        </p:txBody>
      </p:sp>
      <p:pic>
        <p:nvPicPr>
          <p:cNvPr id="112" name="Google Shape;112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053512" y="1812131"/>
            <a:ext cx="2662237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9177456" y="2357437"/>
            <a:ext cx="2395299" cy="42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리소스 자진 반환 및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대기 모드 전환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9234487" y="4302323"/>
            <a:ext cx="2281237" cy="96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동기화 댄스 종료 후 매니저 노드에 '위치 파악 완료(0번)' 신호를 보내며, 매니저는 비전 런치 파일을 즉시 완전 종료(Kill)시켜 다음 작업을 위한 자원을 확보합니다.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1062288" y="5764380"/>
            <a:ext cx="4676775" cy="1033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소프트웨어적으로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좌표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숫자만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덮어씌우면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라이다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지형과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맵이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어긋나는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버그가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발생합니다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이를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막기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위해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로봇을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물리적으로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흔들어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(Dance),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주변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벽면의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라이다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점군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데이터가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맵의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장애물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선형과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100%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포개어지도록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강력히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유도합니다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dirty="0"/>
          </a:p>
        </p:txBody>
      </p:sp>
      <p:sp>
        <p:nvSpPr>
          <p:cNvPr id="116" name="Google Shape;116;p13"/>
          <p:cNvSpPr txBox="1"/>
          <p:nvPr/>
        </p:nvSpPr>
        <p:spPr>
          <a:xfrm>
            <a:off x="6810375" y="5739481"/>
            <a:ext cx="4648200" cy="1033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고해상도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CSI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처리는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젯슨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나노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(Jetson Nano)의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CPU를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심각하게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점유하여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자율주행을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마비시킵니다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평소에는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카메라를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완전히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꺼두고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오직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40번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복구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모드가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실행될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때만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카메라를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가동한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뒤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즉시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스위치를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내리도록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자원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아키텍처를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12" b="0" i="0" u="none" strike="noStrike" cap="none" dirty="0" err="1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최적화했습니다</a:t>
            </a:r>
            <a:r>
              <a:rPr lang="en-US" sz="1012" b="0" i="0" u="none" strike="noStrike" cap="none" dirty="0">
                <a:solidFill>
                  <a:srgbClr val="B0BEC5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dirty="0"/>
          </a:p>
        </p:txBody>
      </p:sp>
      <p:pic>
        <p:nvPicPr>
          <p:cNvPr id="117" name="Google Shape;117;p13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805112" y="19097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3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85800" y="2930723"/>
            <a:ext cx="2262187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3538537" y="2921198"/>
            <a:ext cx="2262187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472487" y="190976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3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391275" y="2930723"/>
            <a:ext cx="2262187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1363325" y="19097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9244012" y="2930723"/>
            <a:ext cx="2262187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3" descr="image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42950" y="5739481"/>
            <a:ext cx="180975" cy="18351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3"/>
          <p:cNvSpPr txBox="1"/>
          <p:nvPr/>
        </p:nvSpPr>
        <p:spPr>
          <a:xfrm>
            <a:off x="1066800" y="5548981"/>
            <a:ext cx="4910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D6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 1.</a:t>
            </a:r>
            <a:r>
              <a:rPr lang="en-US" sz="112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의도적 동기화 움직임 (Sync Dance)</a:t>
            </a:r>
            <a:endParaRPr/>
          </a:p>
        </p:txBody>
      </p:sp>
      <p:pic>
        <p:nvPicPr>
          <p:cNvPr id="126" name="Google Shape;126;p13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6457950" y="5739481"/>
            <a:ext cx="209550" cy="18351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 txBox="1"/>
          <p:nvPr/>
        </p:nvSpPr>
        <p:spPr>
          <a:xfrm>
            <a:off x="6810375" y="5528369"/>
            <a:ext cx="4880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6B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 2.</a:t>
            </a:r>
            <a:r>
              <a:rPr lang="en-US" sz="1125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고부하 센서 자원 동적 관리 (Dynamic Resource Allocation)</a:t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271</Words>
  <Application>Microsoft Office PowerPoint</Application>
  <PresentationFormat>와이드스크린</PresentationFormat>
  <Paragraphs>15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1</cp:revision>
  <dcterms:modified xsi:type="dcterms:W3CDTF">2026-07-10T09:03:46Z</dcterms:modified>
</cp:coreProperties>
</file>