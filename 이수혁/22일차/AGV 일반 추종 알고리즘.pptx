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1579" y="3015915"/>
            <a:ext cx="31522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 smtClean="0"/>
              <a:t>재미나이</a:t>
            </a:r>
            <a:r>
              <a:rPr lang="ko-KR" altLang="en-US" sz="2000" dirty="0" smtClean="0"/>
              <a:t> </a:t>
            </a:r>
            <a:endParaRPr lang="en-US" altLang="ko-KR" sz="2000" dirty="0" smtClean="0"/>
          </a:p>
          <a:p>
            <a:pPr algn="ctr"/>
            <a:endParaRPr lang="en-US" altLang="ko-KR" sz="2000" dirty="0"/>
          </a:p>
          <a:p>
            <a:pPr algn="ctr"/>
            <a:r>
              <a:rPr lang="en-US" altLang="ko-KR" sz="2000" dirty="0" smtClean="0"/>
              <a:t>( </a:t>
            </a:r>
            <a:r>
              <a:rPr lang="ko-KR" altLang="en-US" sz="2000" dirty="0" smtClean="0"/>
              <a:t>각 부분별 수정 가능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6465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1028700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4625" y="381000"/>
            <a:ext cx="1333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1847850"/>
            <a:ext cx="2464593" cy="260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7093" y="1847850"/>
            <a:ext cx="2464593" cy="260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0312" y="1847850"/>
            <a:ext cx="2464593" cy="260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03531" y="1847850"/>
            <a:ext cx="2464593" cy="260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3875" y="5069383"/>
            <a:ext cx="5476875" cy="1312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91250" y="5069383"/>
            <a:ext cx="5476875" cy="1312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6275" y="1752600"/>
            <a:ext cx="68386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69493" y="1752600"/>
            <a:ext cx="68386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62712" y="1752600"/>
            <a:ext cx="68386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55931" y="1752600"/>
            <a:ext cx="68386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23875" y="485775"/>
            <a:ext cx="229373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</a:t>
            </a:r>
            <a:r>
              <a:rPr lang="en-US" sz="1050" b="1" i="0" u="none" strike="noStrike" cap="none" dirty="0" err="1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</a:t>
            </a:r>
            <a:r>
              <a:rPr lang="en-US" sz="1050" b="1" i="0" u="none" strike="noStrike" cap="none" dirty="0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파이프라인</a:t>
            </a:r>
            <a:r>
              <a:rPr lang="en-US" sz="1050" b="1" i="0" u="none" strike="noStrike" cap="none" dirty="0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Mode 10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523875" y="771525"/>
            <a:ext cx="116681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AGV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추종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(Mode 10)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523875" y="1333500"/>
            <a:ext cx="1114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1.0m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간격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라이다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퓨전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추종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및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유실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다단계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endParaRPr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672286" y="2867025"/>
            <a:ext cx="216777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정밀</a:t>
            </a:r>
            <a:r>
              <a:rPr lang="en-US" sz="1425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25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간격</a:t>
            </a:r>
            <a:r>
              <a:rPr lang="en-US" sz="1425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25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유지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723900" y="3228975"/>
            <a:ext cx="2064543" cy="102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센서가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타겟의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오차를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바탕으로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, P-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통해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1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1.0m </a:t>
            </a:r>
            <a:r>
              <a:rPr lang="en-US" sz="1012" b="1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간격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유지하며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및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조향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속도를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부드럽게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제어합니다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dirty="0"/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131343" y="3057376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3565505" y="2867025"/>
            <a:ext cx="216777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광각 라이다 안전망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617118" y="3228975"/>
            <a:ext cx="2064543" cy="102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시선은 타겟을 향하되 전방 180도를 라이다로 상시 감시합니다. </a:t>
            </a:r>
            <a:r>
              <a:rPr lang="en-US" sz="1012" b="1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45cm 이내 위험 감지 시</a:t>
            </a: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즉시 정지하고 넓은 공간 방향으로 회피합니다.</a:t>
            </a:r>
            <a:endParaRPr/>
          </a:p>
        </p:txBody>
      </p:sp>
      <p:pic>
        <p:nvPicPr>
          <p:cNvPr id="106" name="Google Shape;106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24562" y="3057376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6458723" y="2867025"/>
            <a:ext cx="216777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즉각 반응 와치독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510337" y="3228975"/>
            <a:ext cx="2064543" cy="102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타겟이 코너를 돌거나 시야에서 벗어나 </a:t>
            </a:r>
            <a:r>
              <a:rPr lang="en-US" sz="1012" b="1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1초(1.0s) 이상</a:t>
            </a: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 수신이 끊기면, 시스템은 즉시 타겟 '유실'로 판단하고 브레이크를 밟습니다.</a:t>
            </a:r>
            <a:endParaRPr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917781" y="3057376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9351942" y="2867025"/>
            <a:ext cx="216777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스텝(Step) 탐색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403556" y="3228975"/>
            <a:ext cx="2064543" cy="102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로봇은 마지막 유실 방향을 메모리에서 꺼냅니다. 해당 방향으로 </a:t>
            </a:r>
            <a:r>
              <a:rPr lang="en-US" sz="1012" b="1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'10도 회전 → 0.5초 정지'</a:t>
            </a:r>
            <a:r>
              <a:rPr lang="en-US" sz="1012" b="0" i="0" u="none" strike="noStrike" cap="none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반복하며 타겟을 무한 탐색 후 복귀합니다.</a:t>
            </a:r>
            <a:endParaRPr/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71525" y="528845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38900" y="528845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75196" y="22764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468415" y="22764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385446" y="2276475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254853" y="22764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52487" y="539799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1390650" y="5269408"/>
            <a:ext cx="45805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1.</a:t>
            </a: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스텝(Step) 회전 탐색의 비밀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390650" y="5564683"/>
            <a:ext cx="436245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7AD8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 시 연속 회전으로 인한 카메라 잔상(Motion Blur)을 막기 위해, </a:t>
            </a:r>
            <a:r>
              <a:rPr lang="en-US" sz="1012" b="1" i="0" u="none" strike="noStrike" cap="none">
                <a:solidFill>
                  <a:srgbClr val="7AD8F0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'짧게 10도 회전 후 0.5초 완벽 정지'</a:t>
            </a:r>
            <a:r>
              <a:rPr lang="en-US" sz="1012" b="0" i="0" u="none" strike="noStrike" cap="none">
                <a:solidFill>
                  <a:srgbClr val="7AD8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타겟 재발견 인식률을 극대화했습니다.</a:t>
            </a:r>
            <a:endParaRPr/>
          </a:p>
        </p:txBody>
      </p:sp>
      <p:pic>
        <p:nvPicPr>
          <p:cNvPr id="121" name="Google Shape;121;p13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519862" y="539799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7058025" y="5269408"/>
            <a:ext cx="45805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D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기술 2.</a:t>
            </a: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미세 떨림(Jittering) 완벽 차단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7058025" y="5564683"/>
            <a:ext cx="4362450" cy="61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사람의 호흡에 따른 오차 방지를 위해 10cm 이내의 거리나 0.12rad 이하의 각도 틀어짐을 무시하는 </a:t>
            </a:r>
            <a:r>
              <a:rPr lang="en-US" sz="1012" b="1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'데드밴드(Deadband)'</a:t>
            </a: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설정하여 모터 고장을 막습니다.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1579" y="3015915"/>
            <a:ext cx="3152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/>
              <a:t>노트북 </a:t>
            </a:r>
            <a:r>
              <a:rPr lang="en-US" altLang="ko-KR" sz="2000" dirty="0" smtClean="0"/>
              <a:t>LM</a:t>
            </a:r>
            <a:r>
              <a:rPr lang="ko-KR" altLang="en-US" sz="2000" dirty="0" smtClean="0"/>
              <a:t> </a:t>
            </a:r>
            <a:endParaRPr lang="en-US" altLang="ko-KR" sz="2000" dirty="0" smtClean="0"/>
          </a:p>
          <a:p>
            <a:pPr algn="ctr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9635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4"/>
            <a:ext cx="12192000" cy="68294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209" y="6600793"/>
            <a:ext cx="1009791" cy="25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5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227</Words>
  <Application>Microsoft Office PowerPoint</Application>
  <PresentationFormat>와이드스크린</PresentationFormat>
  <Paragraphs>19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</cp:revision>
  <dcterms:modified xsi:type="dcterms:W3CDTF">2026-07-10T08:12:07Z</dcterms:modified>
</cp:coreProperties>
</file>