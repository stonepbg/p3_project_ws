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234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png"/><Relationship Id="rId21" Type="http://schemas.openxmlformats.org/officeDocument/2006/relationships/image" Target="../media/image19.png"/><Relationship Id="rId34" Type="http://schemas.openxmlformats.org/officeDocument/2006/relationships/image" Target="../media/image3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Relationship Id="rId8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953250" y="762000"/>
            <a:ext cx="476250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6250" y="6371627"/>
            <a:ext cx="11239500" cy="369094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04839" y="1621416"/>
            <a:ext cx="3619500" cy="4697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310562" y="1550193"/>
            <a:ext cx="7429500" cy="4697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10087" y="1559718"/>
            <a:ext cx="3600450" cy="55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320087" y="1559718"/>
            <a:ext cx="7410450" cy="55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00587" y="2255043"/>
            <a:ext cx="762000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3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00587" y="3360539"/>
            <a:ext cx="762000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3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700587" y="4466034"/>
            <a:ext cx="762000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3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00587" y="5571529"/>
            <a:ext cx="762000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3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4510735" y="2255043"/>
            <a:ext cx="2266801" cy="1863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3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891837" y="2255043"/>
            <a:ext cx="2266801" cy="1863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3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9272938" y="2255043"/>
            <a:ext cx="2266801" cy="1863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3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5701360" y="4232374"/>
            <a:ext cx="2266801" cy="1863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3" descr="image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8082462" y="4232374"/>
            <a:ext cx="2266801" cy="1863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3" descr="image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34560" y="2378868"/>
            <a:ext cx="2019151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3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7015662" y="2378868"/>
            <a:ext cx="2019151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3" descr="image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9396763" y="2378868"/>
            <a:ext cx="2019151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3" descr="image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5825185" y="4356199"/>
            <a:ext cx="2019151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3" descr="image.png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8206287" y="4356199"/>
            <a:ext cx="2019151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3"/>
          <p:cNvSpPr txBox="1"/>
          <p:nvPr/>
        </p:nvSpPr>
        <p:spPr>
          <a:xfrm>
            <a:off x="476250" y="390525"/>
            <a:ext cx="1840259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00C8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02 핵심 알고리즘 · SLIDE 1/1</a:t>
            </a:r>
            <a:endParaRPr/>
          </a:p>
        </p:txBody>
      </p:sp>
      <p:sp>
        <p:nvSpPr>
          <p:cNvPr id="106" name="Google Shape;106;p13"/>
          <p:cNvSpPr txBox="1"/>
          <p:nvPr/>
        </p:nvSpPr>
        <p:spPr>
          <a:xfrm>
            <a:off x="476250" y="638175"/>
            <a:ext cx="117157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AGV 픽업 파이프라인: 비전/라이다 퓨전 및 다단계 정밀 도킹</a:t>
            </a:r>
            <a:endParaRPr/>
          </a:p>
        </p:txBody>
      </p:sp>
      <p:sp>
        <p:nvSpPr>
          <p:cNvPr id="107" name="Google Shape;107;p13"/>
          <p:cNvSpPr txBox="1"/>
          <p:nvPr/>
        </p:nvSpPr>
        <p:spPr>
          <a:xfrm>
            <a:off x="476250" y="1133475"/>
            <a:ext cx="11239500" cy="207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4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7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시스템 과부하를 방지하고 물리적 관성을 제어하기 위한 철저한 상태 머신(FSM) 기반의 2단계 픽업 알고리즘</a:t>
            </a:r>
            <a:endParaRPr/>
          </a:p>
        </p:txBody>
      </p:sp>
      <p:sp>
        <p:nvSpPr>
          <p:cNvPr id="108" name="Google Shape;108;p13"/>
          <p:cNvSpPr/>
          <p:nvPr/>
        </p:nvSpPr>
        <p:spPr>
          <a:xfrm>
            <a:off x="504839" y="1555388"/>
            <a:ext cx="3600450" cy="47625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3"/>
          <p:cNvSpPr/>
          <p:nvPr/>
        </p:nvSpPr>
        <p:spPr>
          <a:xfrm>
            <a:off x="4329612" y="1566117"/>
            <a:ext cx="7410450" cy="47625"/>
          </a:xfrm>
          <a:prstGeom prst="rect">
            <a:avLst/>
          </a:prstGeom>
          <a:solidFill>
            <a:srgbClr val="00FF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0" name="Google Shape;110;p13" descr="image.png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728555" y="6535162"/>
            <a:ext cx="171450" cy="95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3"/>
          <p:cNvSpPr txBox="1"/>
          <p:nvPr/>
        </p:nvSpPr>
        <p:spPr>
          <a:xfrm>
            <a:off x="995255" y="6420594"/>
            <a:ext cx="2964060" cy="162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Sensor Fusion:</a:t>
            </a:r>
            <a:r>
              <a:rPr lang="en-US" sz="975" b="0" i="0" u="none" strike="noStrike" cap="none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비전/라이다 결합 정밀도 및 생존력 확보</a:t>
            </a:r>
            <a:endParaRPr/>
          </a:p>
        </p:txBody>
      </p:sp>
      <p:pic>
        <p:nvPicPr>
          <p:cNvPr id="112" name="Google Shape;112;p13" descr="image.png"/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3959315" y="6535162"/>
            <a:ext cx="171450" cy="95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 txBox="1"/>
          <p:nvPr/>
        </p:nvSpPr>
        <p:spPr>
          <a:xfrm>
            <a:off x="4226015" y="6420594"/>
            <a:ext cx="3193851" cy="162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노이즈</a:t>
            </a:r>
            <a:r>
              <a:rPr lang="en-US" sz="975" b="1" i="0" u="none" strike="noStrike" cap="none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75" b="1" i="0" u="none" strike="noStrike" cap="none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필터링</a:t>
            </a:r>
            <a:r>
              <a:rPr lang="en-US" sz="975" b="1" i="0" u="none" strike="noStrike" cap="none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:</a:t>
            </a:r>
            <a:r>
              <a:rPr lang="en-US" sz="975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75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Deadband</a:t>
            </a:r>
            <a:r>
              <a:rPr lang="en-US" sz="975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및 </a:t>
            </a:r>
            <a:r>
              <a:rPr lang="en-US" sz="975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와치독으로</a:t>
            </a:r>
            <a:r>
              <a:rPr lang="en-US" sz="975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75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통신</a:t>
            </a:r>
            <a:r>
              <a:rPr lang="en-US" sz="975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75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단절</a:t>
            </a:r>
            <a:r>
              <a:rPr lang="en-US" sz="975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75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자율</a:t>
            </a:r>
            <a:r>
              <a:rPr lang="en-US" sz="975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75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판단</a:t>
            </a:r>
            <a:endParaRPr dirty="0"/>
          </a:p>
        </p:txBody>
      </p:sp>
      <p:pic>
        <p:nvPicPr>
          <p:cNvPr id="114" name="Google Shape;114;p13" descr="image.png"/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>
            <a:off x="7419867" y="6535162"/>
            <a:ext cx="171450" cy="95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3"/>
          <p:cNvSpPr txBox="1"/>
          <p:nvPr/>
        </p:nvSpPr>
        <p:spPr>
          <a:xfrm>
            <a:off x="7686567" y="6420594"/>
            <a:ext cx="3757463" cy="162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순차 제어 (Sequential):</a:t>
            </a:r>
            <a:r>
              <a:rPr lang="en-US" sz="975" b="0" i="0" u="none" strike="noStrike" cap="none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대각선 이동 시 모터 헛돔 방지, 동력 100% 집중</a:t>
            </a:r>
            <a:endParaRPr/>
          </a:p>
        </p:txBody>
      </p:sp>
      <p:sp>
        <p:nvSpPr>
          <p:cNvPr id="116" name="Google Shape;116;p13"/>
          <p:cNvSpPr txBox="1"/>
          <p:nvPr/>
        </p:nvSpPr>
        <p:spPr>
          <a:xfrm>
            <a:off x="700587" y="1702593"/>
            <a:ext cx="1989623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Phase 1: 유도 및 추종</a:t>
            </a:r>
            <a:endParaRPr/>
          </a:p>
        </p:txBody>
      </p:sp>
      <p:pic>
        <p:nvPicPr>
          <p:cNvPr id="117" name="Google Shape;117;p13" descr="image.png"/>
          <p:cNvPicPr preferRelativeResize="0"/>
          <p:nvPr/>
        </p:nvPicPr>
        <p:blipFill rotWithShape="1">
          <a:blip r:embed="rId24">
            <a:alphaModFix/>
          </a:blip>
          <a:srcRect/>
          <a:stretch/>
        </p:blipFill>
        <p:spPr>
          <a:xfrm>
            <a:off x="3291238" y="1716881"/>
            <a:ext cx="628798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3"/>
          <p:cNvSpPr txBox="1"/>
          <p:nvPr/>
        </p:nvSpPr>
        <p:spPr>
          <a:xfrm>
            <a:off x="4510587" y="1702593"/>
            <a:ext cx="2389673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Phase 2: 다단계 정밀 도킹</a:t>
            </a:r>
            <a:endParaRPr/>
          </a:p>
        </p:txBody>
      </p:sp>
      <p:pic>
        <p:nvPicPr>
          <p:cNvPr id="119" name="Google Shape;119;p13" descr="image.png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10911238" y="1716881"/>
            <a:ext cx="628798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3" descr="image.png"/>
          <p:cNvPicPr preferRelativeResize="0"/>
          <p:nvPr/>
        </p:nvPicPr>
        <p:blipFill rotWithShape="1">
          <a:blip r:embed="rId26">
            <a:alphaModFix/>
          </a:blip>
          <a:srcRect/>
          <a:stretch/>
        </p:blipFill>
        <p:spPr>
          <a:xfrm>
            <a:off x="710112" y="2264568"/>
            <a:ext cx="742950" cy="50482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3"/>
          <p:cNvSpPr txBox="1"/>
          <p:nvPr/>
        </p:nvSpPr>
        <p:spPr>
          <a:xfrm>
            <a:off x="1576887" y="2262782"/>
            <a:ext cx="2460307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정밀 비전 추종</a:t>
            </a:r>
            <a:endParaRPr/>
          </a:p>
        </p:txBody>
      </p:sp>
      <p:sp>
        <p:nvSpPr>
          <p:cNvPr id="122" name="Google Shape;122;p13"/>
          <p:cNvSpPr txBox="1"/>
          <p:nvPr/>
        </p:nvSpPr>
        <p:spPr>
          <a:xfrm>
            <a:off x="1576887" y="2462807"/>
            <a:ext cx="2343150" cy="308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48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초기 대기 후 50cm 간격을 유지하며 타겟을 부드럽게 추종</a:t>
            </a:r>
            <a:endParaRPr/>
          </a:p>
        </p:txBody>
      </p:sp>
      <p:pic>
        <p:nvPicPr>
          <p:cNvPr id="123" name="Google Shape;123;p13" descr="image.png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710112" y="3370064"/>
            <a:ext cx="742950" cy="50482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3"/>
          <p:cNvSpPr txBox="1"/>
          <p:nvPr/>
        </p:nvSpPr>
        <p:spPr>
          <a:xfrm>
            <a:off x="1576887" y="3368278"/>
            <a:ext cx="2460307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LiDAR 긴급 회피</a:t>
            </a:r>
            <a:endParaRPr/>
          </a:p>
        </p:txBody>
      </p:sp>
      <p:sp>
        <p:nvSpPr>
          <p:cNvPr id="125" name="Google Shape;125;p13"/>
          <p:cNvSpPr txBox="1"/>
          <p:nvPr/>
        </p:nvSpPr>
        <p:spPr>
          <a:xfrm>
            <a:off x="1576887" y="3568303"/>
            <a:ext cx="2343150" cy="308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48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 err="1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전방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 35cm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장애물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감지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 시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즉각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추종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 및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회피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기동</a:t>
            </a:r>
            <a:endParaRPr dirty="0"/>
          </a:p>
        </p:txBody>
      </p:sp>
      <p:pic>
        <p:nvPicPr>
          <p:cNvPr id="126" name="Google Shape;126;p13" descr="image.png"/>
          <p:cNvPicPr preferRelativeResize="0"/>
          <p:nvPr/>
        </p:nvPicPr>
        <p:blipFill rotWithShape="1">
          <a:blip r:embed="rId28">
            <a:alphaModFix/>
          </a:blip>
          <a:srcRect/>
          <a:stretch/>
        </p:blipFill>
        <p:spPr>
          <a:xfrm>
            <a:off x="710112" y="4475559"/>
            <a:ext cx="742950" cy="50482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3"/>
          <p:cNvSpPr txBox="1"/>
          <p:nvPr/>
        </p:nvSpPr>
        <p:spPr>
          <a:xfrm>
            <a:off x="1576887" y="4473773"/>
            <a:ext cx="2460307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와치독 유실 복구</a:t>
            </a:r>
            <a:endParaRPr/>
          </a:p>
        </p:txBody>
      </p:sp>
      <p:sp>
        <p:nvSpPr>
          <p:cNvPr id="128" name="Google Shape;128;p13"/>
          <p:cNvSpPr txBox="1"/>
          <p:nvPr/>
        </p:nvSpPr>
        <p:spPr>
          <a:xfrm>
            <a:off x="1576887" y="4673798"/>
            <a:ext cx="2343150" cy="308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48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유실 시 마지막 기억 방향으로 회전하여 타겟 무한 탐색</a:t>
            </a:r>
            <a:endParaRPr/>
          </a:p>
        </p:txBody>
      </p:sp>
      <p:pic>
        <p:nvPicPr>
          <p:cNvPr id="129" name="Google Shape;129;p13" descr="image.png"/>
          <p:cNvPicPr preferRelativeResize="0"/>
          <p:nvPr/>
        </p:nvPicPr>
        <p:blipFill rotWithShape="1">
          <a:blip r:embed="rId29">
            <a:alphaModFix/>
          </a:blip>
          <a:srcRect/>
          <a:stretch/>
        </p:blipFill>
        <p:spPr>
          <a:xfrm>
            <a:off x="710112" y="5581054"/>
            <a:ext cx="742950" cy="504825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3"/>
          <p:cNvSpPr txBox="1"/>
          <p:nvPr/>
        </p:nvSpPr>
        <p:spPr>
          <a:xfrm>
            <a:off x="1576887" y="5579268"/>
            <a:ext cx="2460307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모드 전환 신호</a:t>
            </a:r>
            <a:endParaRPr/>
          </a:p>
        </p:txBody>
      </p:sp>
      <p:sp>
        <p:nvSpPr>
          <p:cNvPr id="131" name="Google Shape;131;p13"/>
          <p:cNvSpPr txBox="1"/>
          <p:nvPr/>
        </p:nvSpPr>
        <p:spPr>
          <a:xfrm>
            <a:off x="1576887" y="5779293"/>
            <a:ext cx="2343150" cy="308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48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타겟 발견 신호를 수신하면 즉시 정밀 도킹 단계로 전환</a:t>
            </a:r>
            <a:endParaRPr/>
          </a:p>
        </p:txBody>
      </p:sp>
      <p:pic>
        <p:nvPicPr>
          <p:cNvPr id="132" name="Google Shape;132;p13" descr="image.png"/>
          <p:cNvPicPr preferRelativeResize="0"/>
          <p:nvPr/>
        </p:nvPicPr>
        <p:blipFill rotWithShape="1">
          <a:blip r:embed="rId30">
            <a:alphaModFix/>
          </a:blip>
          <a:srcRect/>
          <a:stretch/>
        </p:blipFill>
        <p:spPr>
          <a:xfrm>
            <a:off x="5381529" y="3255168"/>
            <a:ext cx="52521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3"/>
          <p:cNvSpPr txBox="1"/>
          <p:nvPr/>
        </p:nvSpPr>
        <p:spPr>
          <a:xfrm>
            <a:off x="5216192" y="3464718"/>
            <a:ext cx="855888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1차 전방 접근</a:t>
            </a:r>
            <a:endParaRPr/>
          </a:p>
        </p:txBody>
      </p:sp>
      <p:sp>
        <p:nvSpPr>
          <p:cNvPr id="134" name="Google Shape;134;p13"/>
          <p:cNvSpPr txBox="1"/>
          <p:nvPr/>
        </p:nvSpPr>
        <p:spPr>
          <a:xfrm>
            <a:off x="4634560" y="3674268"/>
            <a:ext cx="2019151" cy="319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라이다를 이용해 가판대와 정확히 50cm 거리가 될 때까지 직진</a:t>
            </a:r>
            <a:endParaRPr/>
          </a:p>
        </p:txBody>
      </p:sp>
      <p:pic>
        <p:nvPicPr>
          <p:cNvPr id="135" name="Google Shape;135;p13" descr="image.png"/>
          <p:cNvPicPr preferRelativeResize="0"/>
          <p:nvPr/>
        </p:nvPicPr>
        <p:blipFill rotWithShape="1">
          <a:blip r:embed="rId31">
            <a:alphaModFix/>
          </a:blip>
          <a:srcRect/>
          <a:stretch/>
        </p:blipFill>
        <p:spPr>
          <a:xfrm>
            <a:off x="7762630" y="3255168"/>
            <a:ext cx="52521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3"/>
          <p:cNvSpPr txBox="1"/>
          <p:nvPr/>
        </p:nvSpPr>
        <p:spPr>
          <a:xfrm>
            <a:off x="7725747" y="3464718"/>
            <a:ext cx="59898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자세 정렬</a:t>
            </a:r>
            <a:endParaRPr/>
          </a:p>
        </p:txBody>
      </p:sp>
      <p:sp>
        <p:nvSpPr>
          <p:cNvPr id="137" name="Google Shape;137;p13"/>
          <p:cNvSpPr txBox="1"/>
          <p:nvPr/>
        </p:nvSpPr>
        <p:spPr>
          <a:xfrm>
            <a:off x="7015662" y="3674268"/>
            <a:ext cx="2019151" cy="319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가판대와 기체가 평행이 되도록 정렬하고 '최초 방향' 기록</a:t>
            </a:r>
            <a:endParaRPr/>
          </a:p>
        </p:txBody>
      </p:sp>
      <p:pic>
        <p:nvPicPr>
          <p:cNvPr id="138" name="Google Shape;138;p13" descr="image.png"/>
          <p:cNvPicPr preferRelativeResize="0"/>
          <p:nvPr/>
        </p:nvPicPr>
        <p:blipFill rotWithShape="1">
          <a:blip r:embed="rId32">
            <a:alphaModFix/>
          </a:blip>
          <a:srcRect/>
          <a:stretch/>
        </p:blipFill>
        <p:spPr>
          <a:xfrm>
            <a:off x="10143731" y="3255168"/>
            <a:ext cx="52521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3"/>
          <p:cNvSpPr txBox="1"/>
          <p:nvPr/>
        </p:nvSpPr>
        <p:spPr>
          <a:xfrm>
            <a:off x="10036839" y="3464718"/>
            <a:ext cx="738998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관성 안정화</a:t>
            </a:r>
            <a:endParaRPr/>
          </a:p>
        </p:txBody>
      </p:sp>
      <p:sp>
        <p:nvSpPr>
          <p:cNvPr id="140" name="Google Shape;140;p13"/>
          <p:cNvSpPr txBox="1"/>
          <p:nvPr/>
        </p:nvSpPr>
        <p:spPr>
          <a:xfrm>
            <a:off x="9396763" y="3674268"/>
            <a:ext cx="2019151" cy="319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모션 블러 제거를 위해 회전 직후 기체를 1.5초간 완벽히 정지</a:t>
            </a:r>
            <a:endParaRPr/>
          </a:p>
        </p:txBody>
      </p:sp>
      <p:pic>
        <p:nvPicPr>
          <p:cNvPr id="141" name="Google Shape;141;p13" descr="image.png"/>
          <p:cNvPicPr preferRelativeResize="0"/>
          <p:nvPr/>
        </p:nvPicPr>
        <p:blipFill rotWithShape="1">
          <a:blip r:embed="rId33">
            <a:alphaModFix/>
          </a:blip>
          <a:srcRect/>
          <a:stretch/>
        </p:blipFill>
        <p:spPr>
          <a:xfrm>
            <a:off x="6572154" y="5232499"/>
            <a:ext cx="52521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3"/>
          <p:cNvSpPr txBox="1"/>
          <p:nvPr/>
        </p:nvSpPr>
        <p:spPr>
          <a:xfrm>
            <a:off x="6305714" y="5442049"/>
            <a:ext cx="105794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시야 탐색 &amp; 정렬</a:t>
            </a:r>
            <a:endParaRPr/>
          </a:p>
        </p:txBody>
      </p:sp>
      <p:sp>
        <p:nvSpPr>
          <p:cNvPr id="143" name="Google Shape;143;p13"/>
          <p:cNvSpPr txBox="1"/>
          <p:nvPr/>
        </p:nvSpPr>
        <p:spPr>
          <a:xfrm>
            <a:off x="5825185" y="5651599"/>
            <a:ext cx="2019151" cy="319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메모리 방향 기준 게걸음(Crab Walk)으로 오차 8cm 이내 중앙 정렬</a:t>
            </a:r>
            <a:endParaRPr/>
          </a:p>
        </p:txBody>
      </p:sp>
      <p:pic>
        <p:nvPicPr>
          <p:cNvPr id="144" name="Google Shape;144;p13" descr="image.png"/>
          <p:cNvPicPr preferRelativeResize="0"/>
          <p:nvPr/>
        </p:nvPicPr>
        <p:blipFill rotWithShape="1">
          <a:blip r:embed="rId34">
            <a:alphaModFix/>
          </a:blip>
          <a:srcRect/>
          <a:stretch/>
        </p:blipFill>
        <p:spPr>
          <a:xfrm>
            <a:off x="8953255" y="5232499"/>
            <a:ext cx="52521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3"/>
          <p:cNvSpPr txBox="1"/>
          <p:nvPr/>
        </p:nvSpPr>
        <p:spPr>
          <a:xfrm>
            <a:off x="8756824" y="5442049"/>
            <a:ext cx="917927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최종 밀착 도킹</a:t>
            </a:r>
            <a:endParaRPr/>
          </a:p>
        </p:txBody>
      </p:sp>
      <p:sp>
        <p:nvSpPr>
          <p:cNvPr id="146" name="Google Shape;146;p13"/>
          <p:cNvSpPr txBox="1"/>
          <p:nvPr/>
        </p:nvSpPr>
        <p:spPr>
          <a:xfrm>
            <a:off x="8206287" y="5651599"/>
            <a:ext cx="2019151" cy="319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정밀 보정 요청 후 2차 게걸음 및 22cm 전진으로 도킹 완료</a:t>
            </a:r>
            <a:endParaRPr/>
          </a:p>
        </p:txBody>
      </p:sp>
      <p:pic>
        <p:nvPicPr>
          <p:cNvPr id="147" name="Google Shape;147;p13" descr="image.png"/>
          <p:cNvPicPr preferRelativeResize="0"/>
          <p:nvPr/>
        </p:nvPicPr>
        <p:blipFill rotWithShape="1">
          <a:blip r:embed="rId35">
            <a:alphaModFix/>
          </a:blip>
          <a:srcRect/>
          <a:stretch/>
        </p:blipFill>
        <p:spPr>
          <a:xfrm>
            <a:off x="4644085" y="2388393"/>
            <a:ext cx="2000101" cy="742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3" descr="image.png"/>
          <p:cNvPicPr preferRelativeResize="0"/>
          <p:nvPr/>
        </p:nvPicPr>
        <p:blipFill rotWithShape="1">
          <a:blip r:embed="rId36">
            <a:alphaModFix/>
          </a:blip>
          <a:srcRect/>
          <a:stretch/>
        </p:blipFill>
        <p:spPr>
          <a:xfrm>
            <a:off x="7025187" y="2388393"/>
            <a:ext cx="2000101" cy="742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3" descr="image.png"/>
          <p:cNvPicPr preferRelativeResize="0"/>
          <p:nvPr/>
        </p:nvPicPr>
        <p:blipFill rotWithShape="1">
          <a:blip r:embed="rId37">
            <a:alphaModFix/>
          </a:blip>
          <a:srcRect/>
          <a:stretch/>
        </p:blipFill>
        <p:spPr>
          <a:xfrm>
            <a:off x="9406288" y="2388393"/>
            <a:ext cx="2000101" cy="742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3" descr="image.png"/>
          <p:cNvPicPr preferRelativeResize="0"/>
          <p:nvPr/>
        </p:nvPicPr>
        <p:blipFill rotWithShape="1">
          <a:blip r:embed="rId38">
            <a:alphaModFix/>
          </a:blip>
          <a:srcRect/>
          <a:stretch/>
        </p:blipFill>
        <p:spPr>
          <a:xfrm>
            <a:off x="5834710" y="4365724"/>
            <a:ext cx="2000101" cy="742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3" descr="image.png"/>
          <p:cNvPicPr preferRelativeResize="0"/>
          <p:nvPr/>
        </p:nvPicPr>
        <p:blipFill rotWithShape="1">
          <a:blip r:embed="rId39">
            <a:alphaModFix/>
          </a:blip>
          <a:srcRect/>
          <a:stretch/>
        </p:blipFill>
        <p:spPr>
          <a:xfrm>
            <a:off x="8215812" y="4365724"/>
            <a:ext cx="2000101" cy="74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3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206</Words>
  <Application>Microsoft Office PowerPoint</Application>
  <PresentationFormat>와이드스크린</PresentationFormat>
  <Paragraphs>26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Malgun Gothic</vt:lpstr>
      <vt:lpstr>Arial</vt:lpstr>
      <vt:lpstr>Calibri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user</cp:lastModifiedBy>
  <cp:revision>1</cp:revision>
  <dcterms:modified xsi:type="dcterms:W3CDTF">2026-07-10T08:42:25Z</dcterms:modified>
</cp:coreProperties>
</file>