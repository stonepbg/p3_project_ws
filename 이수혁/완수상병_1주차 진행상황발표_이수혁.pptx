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4" autoAdjust="0"/>
    <p:restoredTop sz="96366" autoAdjust="0"/>
  </p:normalViewPr>
  <p:slideViewPr>
    <p:cSldViewPr snapToGrid="0">
      <p:cViewPr>
        <p:scale>
          <a:sx n="200" d="100"/>
          <a:sy n="200" d="100"/>
        </p:scale>
        <p:origin x="-5586" y="-3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13151" y="1269991"/>
            <a:ext cx="1039660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문제 상황 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현상: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사람 추종 중 예외 처리를 위해 탐색 토픽(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search_cmd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)을 추가하자, </a:t>
            </a:r>
            <a:endParaRPr kumimoji="0" lang="en-US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기존 추종 주행 시 로봇이 심하게 떨리거나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급발진하는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하부 제어 오작동 발생 (코드 롤백 시 정상화).</a:t>
            </a:r>
            <a:endParaRPr kumimoji="0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2. 원인 분석 및 문제 정의 가설 검증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데이터 오염 가능성 검토 및 다중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간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제어권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경합 여부 분석.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원인 정의: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타겟 상실 시 기존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콜백의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[정지] 명령과 신규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콜백의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[회전] 명령이 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en-US" altLang="ko-KR" sz="1400" dirty="0" smtClean="0">
                <a:latin typeface="Arial" panose="020B0604020202020204" pitchFamily="34" charset="0"/>
              </a:rPr>
              <a:t>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하나의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cmd_vel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토픽을 두고 무작위 주기로 충돌하여 발생한 명령 꼬임(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Race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Condition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)으로 판단.</a:t>
            </a:r>
            <a:endParaRPr kumimoji="0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3. 해결 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과정토픽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단일화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타이밍 동기화가 어려운 다중 토픽 구조를 폐기하고 데이터 흐름 통합.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유휴 필드 전용: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geometry_msgs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Twist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메시지의 안 쓰는 필드(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linear.z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모드 플래그(0:추종, 1·2:탐색, 3:정지)로 활용.</a:t>
            </a:r>
            <a:endParaRPr kumimoji="0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단일 공급원(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SSoT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구축: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상위 노드에서 상태 판단을 일임하고, AGV 제어 노드는 단일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콜백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내에서 </a:t>
            </a:r>
            <a:endParaRPr kumimoji="0" lang="en-US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en-US" altLang="ko-KR" sz="1400" dirty="0" smtClean="0">
                <a:latin typeface="Arial" panose="020B0604020202020204" pitchFamily="34" charset="0"/>
              </a:rPr>
              <a:t>	         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if-elif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구조로만 분기되도록 전면 수정.</a:t>
            </a:r>
            <a:endParaRPr kumimoji="0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4. 결과 및 배운 점 결과: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제어 명령 경합이 원천 차단되어 주행 안정성이 완전히 회복됨.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배운 점: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제어 대상(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cmd_vel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)에 대한 공급처가 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다중화되면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타이밍 이슈로 시스템이 붕괴될 수 있으며, </a:t>
            </a:r>
            <a:endParaRPr kumimoji="0" lang="en-US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400" dirty="0"/>
              <a:t>	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설계 단계부터 단일 진실 공급원(</a:t>
            </a:r>
            <a:r>
              <a:rPr kumimoji="0" lang="ko-KR" alt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SSoT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)을 확보하는 것이 필수적임을 기술적으로 이해함.</a:t>
            </a:r>
            <a:endParaRPr kumimoji="0" lang="ko-KR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838200" y="365126"/>
            <a:ext cx="10515600" cy="725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 smtClean="0">
                <a:latin typeface="+mn-ea"/>
                <a:ea typeface="+mn-ea"/>
              </a:rPr>
              <a:t>딥 </a:t>
            </a:r>
            <a:r>
              <a:rPr lang="ko-KR" altLang="en-US" sz="3600" dirty="0" err="1" smtClean="0">
                <a:latin typeface="+mn-ea"/>
                <a:ea typeface="+mn-ea"/>
              </a:rPr>
              <a:t>다이브</a:t>
            </a:r>
            <a:r>
              <a:rPr lang="ko-KR" altLang="en-US" sz="3600" dirty="0" smtClean="0">
                <a:latin typeface="+mn-ea"/>
                <a:ea typeface="+mn-ea"/>
              </a:rPr>
              <a:t> </a:t>
            </a:r>
            <a:r>
              <a:rPr lang="en-US" altLang="ko-KR" sz="3600" dirty="0" smtClean="0">
                <a:latin typeface="+mn-ea"/>
                <a:ea typeface="+mn-ea"/>
              </a:rPr>
              <a:t>&amp; </a:t>
            </a:r>
            <a:r>
              <a:rPr lang="ko-KR" altLang="en-US" sz="3600" dirty="0" smtClean="0">
                <a:latin typeface="+mn-ea"/>
                <a:ea typeface="+mn-ea"/>
              </a:rPr>
              <a:t>트러블 슈팅 </a:t>
            </a:r>
            <a:r>
              <a:rPr lang="en-US" altLang="ko-KR" sz="3600" dirty="0" smtClean="0">
                <a:latin typeface="+mn-ea"/>
                <a:ea typeface="+mn-ea"/>
              </a:rPr>
              <a:t>(</a:t>
            </a:r>
            <a:r>
              <a:rPr lang="ko-KR" altLang="en-US" sz="3600" dirty="0" smtClean="0">
                <a:latin typeface="+mn-ea"/>
                <a:ea typeface="+mn-ea"/>
              </a:rPr>
              <a:t>이수혁</a:t>
            </a:r>
            <a:r>
              <a:rPr lang="en-US" altLang="ko-KR" sz="3600" dirty="0" smtClean="0">
                <a:latin typeface="+mn-ea"/>
                <a:ea typeface="+mn-ea"/>
              </a:rPr>
              <a:t>)</a:t>
            </a:r>
            <a:endParaRPr lang="ko-KR" altLang="en-US" sz="3600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51" y="4856766"/>
            <a:ext cx="11357168" cy="20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6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85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 Unicode MS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25</cp:revision>
  <dcterms:created xsi:type="dcterms:W3CDTF">2026-06-17T02:40:06Z</dcterms:created>
  <dcterms:modified xsi:type="dcterms:W3CDTF">2026-06-18T00:30:16Z</dcterms:modified>
</cp:coreProperties>
</file>