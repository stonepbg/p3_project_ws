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50E8F-6DCE-4448-8473-DF840108CE80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D7CA5-FE45-4673-A35E-C5E1A4F10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55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61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48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42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75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19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70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5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2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43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8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41867-5B4D-402A-B1E5-86D8F3E8952B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7E0E9-6C92-4501-8970-A98C1D2B7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16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4"/>
            <a:ext cx="12192000" cy="6829425"/>
          </a:xfrm>
          <a:prstGeom prst="rect">
            <a:avLst/>
          </a:prstGeom>
        </p:spPr>
      </p:pic>
      <p:sp>
        <p:nvSpPr>
          <p:cNvPr id="3" name="Shape 52"/>
          <p:cNvSpPr/>
          <p:nvPr/>
        </p:nvSpPr>
        <p:spPr>
          <a:xfrm>
            <a:off x="365760" y="365760"/>
            <a:ext cx="11460480" cy="975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53"/>
          <p:cNvSpPr/>
          <p:nvPr/>
        </p:nvSpPr>
        <p:spPr>
          <a:xfrm>
            <a:off x="365760" y="365760"/>
            <a:ext cx="85344" cy="975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55"/>
          <p:cNvSpPr/>
          <p:nvPr/>
        </p:nvSpPr>
        <p:spPr>
          <a:xfrm>
            <a:off x="670560" y="694944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하드웨어 구성</a:t>
            </a:r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2667" dirty="0"/>
          </a:p>
        </p:txBody>
      </p:sp>
      <p:sp>
        <p:nvSpPr>
          <p:cNvPr id="8" name="Text 54"/>
          <p:cNvSpPr/>
          <p:nvPr/>
        </p:nvSpPr>
        <p:spPr>
          <a:xfrm>
            <a:off x="670560" y="390144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3 — 콘텐츠</a:t>
            </a:r>
            <a:endParaRPr lang="en-US" sz="1067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2" y="6490954"/>
            <a:ext cx="1122725" cy="36704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Shape 1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2" name="Shape 2"/>
          <p:cNvSpPr/>
          <p:nvPr/>
        </p:nvSpPr>
        <p:spPr>
          <a:xfrm>
            <a:off x="0" y="6809232"/>
            <a:ext cx="12192000" cy="48768"/>
          </a:xfrm>
          <a:prstGeom prst="rect">
            <a:avLst/>
          </a:prstGeom>
          <a:solidFill>
            <a:srgbClr val="0066CC"/>
          </a:solidFill>
          <a:ln/>
        </p:spPr>
      </p:sp>
    </p:spTree>
    <p:extLst>
      <p:ext uri="{BB962C8B-B14F-4D97-AF65-F5344CB8AC3E}">
        <p14:creationId xmlns:p14="http://schemas.microsoft.com/office/powerpoint/2010/main" val="125799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2026-07-10T02:05:36Z</dcterms:created>
  <dcterms:modified xsi:type="dcterms:W3CDTF">2026-07-10T02:24:35Z</dcterms:modified>
</cp:coreProperties>
</file>