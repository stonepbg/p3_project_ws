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2603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Jetson </a:t>
            </a:r>
            <a:r>
              <a:rPr lang="en-US" sz="30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Orin Nano -</a:t>
            </a:r>
            <a:r>
              <a:rPr lang="en-US" sz="30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&amp; FSM 시스템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Jetson Orin Nano에서 사람 인지(전·후방) · 모드 지휘(FSM) · 음성 안내를 담당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58568"/>
            <a:ext cx="201168" cy="201168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21671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fsm_node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271576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 </a:t>
            </a:r>
            <a:r>
              <a:rPr lang="en-US" sz="130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모드</a:t>
            </a: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전환</a:t>
            </a:r>
            <a:endParaRPr lang="en-US" sz="1300" dirty="0">
              <a:solidFill>
                <a:srgbClr val="47556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AGV </a:t>
            </a:r>
            <a:r>
              <a:rPr lang="en-US" sz="1300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바이패스</a:t>
            </a:r>
            <a:r>
              <a:rPr lang="en-US" sz="13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1300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핸드셰이크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258568"/>
            <a:ext cx="201168" cy="20116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6784848" y="21671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follow_node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10528" y="271576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전방 추종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RealSense D435 + YOLO11n, 스트림 8080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224528"/>
            <a:ext cx="201168" cy="201168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4133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rear_cam_node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" y="468172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후방 감지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웹캠 + YOLO11n (5Hz), 스트림 8081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93192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4224528"/>
            <a:ext cx="201168" cy="20116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9" name="Text 17"/>
          <p:cNvSpPr/>
          <p:nvPr/>
        </p:nvSpPr>
        <p:spPr>
          <a:xfrm>
            <a:off x="6784848" y="4133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tts_node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10528" y="468172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안내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gTTS + 캐시 preheat, 블루투스 스피커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동작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FSM 모드 체계와 상태 전이</a:t>
            </a:r>
            <a:endParaRPr lang="en-US" sz="3000" dirty="0"/>
          </a:p>
        </p:txBody>
      </p:sp>
      <p:pic>
        <p:nvPicPr>
          <p:cNvPr id="4" name="Image 0" descr="fsm_internal_state_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485775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0" y="15544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모드를 하나의 FSM이 지휘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035040" y="2167128"/>
            <a:ext cx="118872" cy="118872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7" name="Text 4"/>
          <p:cNvSpPr/>
          <p:nvPr/>
        </p:nvSpPr>
        <p:spPr>
          <a:xfrm>
            <a:off x="6291072" y="2057400"/>
            <a:ext cx="5321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모드 숫자 체계  </a:t>
            </a: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자리 숫자로 카테고리(십의 자리) + 목적지(일의 자리)를 한 번에 표현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035040" y="2880360"/>
            <a:ext cx="118872" cy="118872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9" name="Text 6"/>
          <p:cNvSpPr/>
          <p:nvPr/>
        </p:nvSpPr>
        <p:spPr>
          <a:xfrm>
            <a:off x="6291072" y="2770632"/>
            <a:ext cx="5321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추종  </a:t>
            </a: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가까운 사람 검출 → follow_enable=True → 거리·각도 전송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35040" y="3593592"/>
            <a:ext cx="118872" cy="118872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1" name="Text 8"/>
          <p:cNvSpPr/>
          <p:nvPr/>
        </p:nvSpPr>
        <p:spPr>
          <a:xfrm>
            <a:off x="6291072" y="3483864"/>
            <a:ext cx="5321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안내  </a:t>
            </a: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후방 카메라로 따라옴 확인, 놓치면 정지·복귀하면 재개(guide_pause)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35040" y="4306824"/>
            <a:ext cx="118872" cy="118872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3" name="Text 10"/>
          <p:cNvSpPr/>
          <p:nvPr/>
        </p:nvSpPr>
        <p:spPr>
          <a:xfrm>
            <a:off x="6291072" y="4197096"/>
            <a:ext cx="5321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자율주행  </a:t>
            </a: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AGV가 Nav2로 주행, fsm은 모드 바이패스와 멘트 담당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35040" y="5020056"/>
            <a:ext cx="118872" cy="118872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5" name="Text 12"/>
          <p:cNvSpPr/>
          <p:nvPr/>
        </p:nvSpPr>
        <p:spPr>
          <a:xfrm>
            <a:off x="6291072" y="4910328"/>
            <a:ext cx="5321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도착/시작 멘트  </a:t>
            </a: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AGV_status 수신 시 안내·자율주행에서만 상황별 음성 출력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해결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트러블슈팅 사례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002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과부하 (추론 지연)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 </a:t>
            </a: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follow_node가 추론 속도를 못 따라가 콜백이 밀리며 CPU 폭주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  </a:t>
            </a: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타이머 주기 30Hz → 10Hz 조정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 </a:t>
            </a: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약 400% → 80%대, 시스템 안정화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6002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도착 멘트 무한 반복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03911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 </a:t>
            </a: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AGV가 도착 신호(AGV_status=1)를 반복 발행 → 멘트가 계속 재생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  </a:t>
            </a: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직전 값 저장, 값이 바뀔 때만 멘트 출력(중복 차단)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 </a:t>
            </a: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도착 멘트 1회만 정확히 출력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639312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8221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안내 시작 전 오작동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261104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 </a:t>
            </a: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AGV 출발 전인데 후방 따라옴 판단이 먼저 동작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  </a:t>
            </a: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guide_started 게이트 추가 — AGV 시작 신호 후에만 판단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 </a:t>
            </a: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출발 전 불필요한 정지·멘트 제거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3639312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38221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ROS 배포판 통신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4261104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 </a:t>
            </a: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Humble · Galactic · Jazzy 혼용으로 일부 메시지 디코딩 경고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  </a:t>
            </a: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인터페이스를 std_msgs 기반으로 설계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 </a:t>
            </a: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배포판 차이와 무관하게 안정적 통신 확보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300</Words>
  <Application>Microsoft Office PowerPoint</Application>
  <PresentationFormat>와이드스크린</PresentationFormat>
  <Paragraphs>43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Jetson Vision &amp; FSM</dc:title>
  <dc:subject>PptxGenJS Presentation</dc:subject>
  <dc:creator>ws</dc:creator>
  <cp:lastModifiedBy>user</cp:lastModifiedBy>
  <cp:revision>2</cp:revision>
  <dcterms:created xsi:type="dcterms:W3CDTF">2026-06-22T06:58:44Z</dcterms:created>
  <dcterms:modified xsi:type="dcterms:W3CDTF">2026-06-22T07:06:12Z</dcterms:modified>
</cp:coreProperties>
</file>