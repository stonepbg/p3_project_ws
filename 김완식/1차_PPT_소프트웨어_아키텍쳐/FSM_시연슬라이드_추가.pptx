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7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  <a:srgbClr val="569D98"/>
    <a:srgbClr val="B17A4D"/>
    <a:srgbClr val="F7F8FA"/>
    <a:srgbClr val="F4F4F2"/>
    <a:srgbClr val="F5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8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37332-7DA8-4FF1-BB08-1A790CDB992A}" type="datetimeFigureOut">
              <a:rPr lang="ko-KR" altLang="en-US" smtClean="0"/>
              <a:t>2026-06-29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6989-4F0F-4B73-95DB-12DBB8980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0400" y="545000"/>
            <a:ext cx="12200000" cy="6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 </a:t>
            </a:r>
            <a:r>
              <a:rPr sz="4000" b="1" err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인지</a:t>
            </a:r>
            <a:r>
              <a:rPr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파이프라인</a:t>
            </a:r>
            <a:r>
              <a:rPr sz="40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고도화</a:t>
            </a:r>
            <a:r>
              <a:rPr sz="40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smtClean="0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Re-ID</a:t>
            </a:r>
            <a:r>
              <a:rPr sz="4000" b="1" smtClean="0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견고성 실증</a:t>
            </a:r>
            <a:endParaRPr sz="4000" b="1">
              <a:solidFill>
                <a:srgbClr val="0F766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Picture 16" descr="relock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000" y="1820000"/>
            <a:ext cx="6000000" cy="47142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99600" y="6454742"/>
            <a:ext cx="60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F766E"/>
                </a:solidFill>
                <a:latin typeface="Noto Sans CJK KR"/>
              </a:rPr>
              <a:t>측정으로 발견 → 색상 게이트 튜닝 → 재측정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50730" y="7275200"/>
            <a:ext cx="1782831" cy="117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tlCol="0" anchor="ctr"/>
          <a:lstStyle/>
          <a:p>
            <a:r>
              <a:rPr sz="1900" b="1">
                <a:solidFill>
                  <a:srgbClr val="0F766E"/>
                </a:solidFill>
                <a:latin typeface="Noto Sans CJK KR"/>
              </a:rPr>
              <a:t>✓ 가림 </a:t>
            </a:r>
            <a:r>
              <a:rPr sz="1900" b="1" smtClean="0">
                <a:solidFill>
                  <a:srgbClr val="0F766E"/>
                </a:solidFill>
                <a:latin typeface="Noto Sans CJK KR"/>
              </a:rPr>
              <a:t>견딤</a:t>
            </a:r>
          </a:p>
          <a:p>
            <a:endParaRPr lang="en-US" sz="1400" smtClean="0">
              <a:solidFill>
                <a:srgbClr val="475569"/>
              </a:solidFill>
              <a:latin typeface="Noto Sans CJK KR"/>
            </a:endParaRPr>
          </a:p>
          <a:p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   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지정</a:t>
            </a:r>
            <a:r>
              <a:rPr lang="ko-KR" altLang="en-US" sz="1400" b="1" smtClean="0">
                <a:solidFill>
                  <a:srgbClr val="0F766E"/>
                </a:solidFill>
                <a:latin typeface="Arial"/>
              </a:rPr>
              <a:t> </a:t>
            </a:r>
            <a:r>
              <a:rPr sz="1400" smtClean="0">
                <a:solidFill>
                  <a:srgbClr val="0F766E"/>
                </a:solidFill>
                <a:latin typeface="Noto Sans CJK KR"/>
              </a:rPr>
              <a:t>타깃 유지</a:t>
            </a:r>
            <a:endParaRPr sz="1400">
              <a:solidFill>
                <a:srgbClr val="0F766E"/>
              </a:solidFill>
              <a:latin typeface="Noto Sans CJK K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602378" y="7275200"/>
            <a:ext cx="1981201" cy="117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tlCol="0" anchor="ctr"/>
          <a:lstStyle/>
          <a:p>
            <a:r>
              <a:rPr sz="1900" b="1">
                <a:solidFill>
                  <a:srgbClr val="0F766E"/>
                </a:solidFill>
                <a:latin typeface="Noto Sans CJK KR"/>
              </a:rPr>
              <a:t>✓ 본인 </a:t>
            </a:r>
            <a:r>
              <a:rPr lang="ko-KR" altLang="en-US" sz="1900" b="1" smtClean="0">
                <a:solidFill>
                  <a:srgbClr val="0F766E"/>
                </a:solidFill>
                <a:latin typeface="Noto Sans CJK KR"/>
              </a:rPr>
              <a:t>재식별</a:t>
            </a:r>
            <a:endParaRPr lang="en-US" altLang="ko-KR" sz="1900" b="1" smtClean="0">
              <a:solidFill>
                <a:srgbClr val="0F766E"/>
              </a:solidFill>
              <a:latin typeface="Noto Sans CJK KR"/>
            </a:endParaRPr>
          </a:p>
          <a:p>
            <a:endParaRPr lang="en-US" altLang="ko-KR" sz="1900" b="1" smtClean="0">
              <a:solidFill>
                <a:srgbClr val="0F766E"/>
              </a:solidFill>
              <a:latin typeface="Noto Sans CJK KR"/>
            </a:endParaRPr>
          </a:p>
          <a:p>
            <a:r>
              <a:rPr lang="en-US" altLang="ko-KR" sz="1400" b="1" smtClean="0">
                <a:solidFill>
                  <a:srgbClr val="0F766E"/>
                </a:solidFill>
                <a:latin typeface="Arial"/>
              </a:rPr>
              <a:t>  </a:t>
            </a:r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·</a:t>
            </a:r>
            <a:r>
              <a:rPr sz="1400" smtClean="0">
                <a:solidFill>
                  <a:srgbClr val="0F766E"/>
                </a:solidFill>
                <a:latin typeface="Noto Sans CJK KR"/>
              </a:rPr>
              <a:t>이탈 후 </a:t>
            </a:r>
            <a:r>
              <a:rPr lang="ko-KR" altLang="en-US" sz="1400" smtClean="0">
                <a:solidFill>
                  <a:srgbClr val="0F766E"/>
                </a:solidFill>
                <a:latin typeface="Noto Sans CJK KR"/>
              </a:rPr>
              <a:t>본인</a:t>
            </a:r>
            <a:r>
              <a:rPr lang="en-US" sz="1400" smtClean="0">
                <a:solidFill>
                  <a:srgbClr val="0F766E"/>
                </a:solidFill>
                <a:latin typeface="Noto Sans CJK KR"/>
              </a:rPr>
              <a:t> </a:t>
            </a:r>
            <a:r>
              <a:rPr lang="ko-KR" altLang="en-US" sz="1400" smtClean="0">
                <a:solidFill>
                  <a:srgbClr val="0F766E"/>
                </a:solidFill>
                <a:latin typeface="Noto Sans CJK KR"/>
              </a:rPr>
              <a:t>회수</a:t>
            </a:r>
            <a:endParaRPr sz="1400">
              <a:solidFill>
                <a:srgbClr val="0F766E"/>
              </a:solidFill>
              <a:latin typeface="Noto Sans CJK KR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8493" y="369322"/>
            <a:ext cx="2605068" cy="994387"/>
          </a:xfrm>
          <a:prstGeom prst="rect">
            <a:avLst/>
          </a:prstGeom>
        </p:spPr>
      </p:pic>
      <p:pic>
        <p:nvPicPr>
          <p:cNvPr id="2" name="merge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9031" y="1820000"/>
            <a:ext cx="8628517" cy="6630000"/>
          </a:xfrm>
          <a:prstGeom prst="rect">
            <a:avLst/>
          </a:prstGeom>
        </p:spPr>
      </p:pic>
      <p:sp>
        <p:nvSpPr>
          <p:cNvPr id="12" name="Rectangle 18"/>
          <p:cNvSpPr/>
          <p:nvPr/>
        </p:nvSpPr>
        <p:spPr>
          <a:xfrm>
            <a:off x="11755164" y="7275200"/>
            <a:ext cx="1923981" cy="117480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60000" rtlCol="0" anchor="ctr"/>
          <a:lstStyle/>
          <a:p>
            <a:r>
              <a:rPr sz="1900" b="1">
                <a:solidFill>
                  <a:srgbClr val="0F766E"/>
                </a:solidFill>
                <a:latin typeface="Noto Sans CJK KR"/>
              </a:rPr>
              <a:t>✓ </a:t>
            </a:r>
            <a:r>
              <a:rPr lang="ko-KR" altLang="en-US" sz="1900" b="1" smtClean="0">
                <a:solidFill>
                  <a:srgbClr val="0F766E"/>
                </a:solidFill>
                <a:latin typeface="Noto Sans CJK KR"/>
              </a:rPr>
              <a:t>타인 구분</a:t>
            </a:r>
            <a:endParaRPr sz="1900" b="1" smtClean="0">
              <a:solidFill>
                <a:srgbClr val="0F766E"/>
              </a:solidFill>
              <a:latin typeface="Noto Sans CJK KR"/>
            </a:endParaRPr>
          </a:p>
          <a:p>
            <a:endParaRPr lang="en-US" sz="1400" smtClean="0">
              <a:solidFill>
                <a:srgbClr val="475569"/>
              </a:solidFill>
              <a:latin typeface="Noto Sans CJK KR"/>
            </a:endParaRPr>
          </a:p>
          <a:p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 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방향 </a:t>
            </a:r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색생 </a:t>
            </a:r>
            <a:r>
              <a:rPr lang="en-US" altLang="ko-KR" sz="1400" smtClean="0">
                <a:solidFill>
                  <a:srgbClr val="0F766E"/>
                </a:solidFill>
                <a:latin typeface="Arial"/>
              </a:rPr>
              <a:t>·</a:t>
            </a:r>
            <a:r>
              <a:rPr lang="ko-KR" altLang="en-US" sz="1400" smtClean="0">
                <a:solidFill>
                  <a:srgbClr val="0F766E"/>
                </a:solidFill>
                <a:latin typeface="Arial"/>
              </a:rPr>
              <a:t>거리</a:t>
            </a:r>
            <a:endParaRPr sz="1400">
              <a:solidFill>
                <a:srgbClr val="475569"/>
              </a:solidFill>
              <a:latin typeface="Noto Sans CJK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2576</TotalTime>
  <Words>43</Words>
  <Application>Microsoft Office PowerPoint</Application>
  <PresentationFormat>사용자 지정</PresentationFormat>
  <Paragraphs>11</Paragraphs>
  <Slides>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CJK KR</vt:lpstr>
      <vt:lpstr>맑은 고딕</vt:lpstr>
      <vt:lpstr>Arial</vt:lpstr>
      <vt:lpstr>Calibri</vt:lpstr>
      <vt:lpstr>Cambria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93</cp:revision>
  <dcterms:created xsi:type="dcterms:W3CDTF">2006-08-16T00:00:00Z</dcterms:created>
  <dcterms:modified xsi:type="dcterms:W3CDTF">2026-06-29T08:25:48Z</dcterms:modified>
</cp:coreProperties>
</file>