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2" r:id="rId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2"/>
    <a:srgbClr val="F5F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85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37332-7DA8-4FF1-BB08-1A790CDB992A}" type="datetimeFigureOut">
              <a:rPr lang="ko-KR" altLang="en-US" smtClean="0"/>
              <a:t>2026-06-28 (Sun)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96989-4F0F-4B73-95DB-12DBB8980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3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6600" y="152400"/>
            <a:ext cx="1493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/>
              <a:t>하드웨어 </a:t>
            </a:r>
            <a:r>
              <a:rPr lang="ko-KR" altLang="en-US" sz="2800" dirty="0" err="1" smtClean="0"/>
              <a:t>아키텍쳐</a:t>
            </a:r>
            <a:endParaRPr lang="ko-KR" alt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256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5120" y="91440"/>
            <a:ext cx="31390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ko-KR" altLang="en-US" sz="2800" dirty="0" smtClean="0"/>
              <a:t>하드웨어 </a:t>
            </a:r>
            <a:r>
              <a:rPr lang="ko-KR" altLang="en-US" sz="2800" dirty="0" err="1" smtClean="0"/>
              <a:t>아키텍쳐</a:t>
            </a:r>
            <a:endParaRPr sz="2800" dirty="0"/>
          </a:p>
        </p:txBody>
      </p:sp>
      <p:sp>
        <p:nvSpPr>
          <p:cNvPr id="10" name="Rectangle 9"/>
          <p:cNvSpPr/>
          <p:nvPr/>
        </p:nvSpPr>
        <p:spPr>
          <a:xfrm>
            <a:off x="0" y="8778240"/>
            <a:ext cx="16256000" cy="36576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955520" y="8796528"/>
            <a:ext cx="97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215" y="748759"/>
            <a:ext cx="13364305" cy="80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5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2352</TotalTime>
  <Words>5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50</cp:revision>
  <dcterms:created xsi:type="dcterms:W3CDTF">2006-08-16T00:00:00Z</dcterms:created>
  <dcterms:modified xsi:type="dcterms:W3CDTF">2026-06-28T05:40:19Z</dcterms:modified>
</cp:coreProperties>
</file>