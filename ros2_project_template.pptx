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72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6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rt_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2245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00C8FF"/>
                </a:solidFill>
                <a:latin typeface="Malgun Gothic"/>
              </a:rPr>
              <a:t>Physical AI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440" y="510886"/>
            <a:ext cx="5120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smtClean="0">
                <a:solidFill>
                  <a:srgbClr val="FFFFFF"/>
                </a:solidFill>
                <a:latin typeface="Malgun Gothic"/>
              </a:rPr>
              <a:t>[</a:t>
            </a:r>
            <a:r>
              <a:rPr lang="ko-KR" altLang="en-US" sz="2800" b="1" dirty="0" smtClean="0">
                <a:solidFill>
                  <a:srgbClr val="FFFFFF"/>
                </a:solidFill>
                <a:latin typeface="Malgun Gothic"/>
              </a:rPr>
              <a:t>완전 자율 쇼핑 파트너</a:t>
            </a:r>
            <a:r>
              <a:rPr sz="2800" b="1" dirty="0" smtClean="0">
                <a:solidFill>
                  <a:srgbClr val="FFFFFF"/>
                </a:solidFill>
                <a:latin typeface="Malgun Gothic"/>
              </a:rPr>
              <a:t>]</a:t>
            </a:r>
            <a:endParaRPr sz="2800" b="1" dirty="0">
              <a:solidFill>
                <a:srgbClr val="FFFFFF"/>
              </a:solidFill>
              <a:latin typeface="Malgun Gothic"/>
            </a:endParaRPr>
          </a:p>
          <a:p>
            <a:pPr algn="l"/>
            <a:r>
              <a:rPr lang="en-US" altLang="ko-KR" sz="2000" b="1" dirty="0" smtClean="0">
                <a:solidFill>
                  <a:srgbClr val="FFFFFF"/>
                </a:solidFill>
                <a:latin typeface="Malgun Gothic"/>
              </a:rPr>
              <a:t>AGV, </a:t>
            </a:r>
            <a:r>
              <a:rPr lang="ko-KR" altLang="en-US" sz="2000" b="1" dirty="0" err="1" smtClean="0">
                <a:solidFill>
                  <a:srgbClr val="FFFFFF"/>
                </a:solidFill>
                <a:latin typeface="Malgun Gothic"/>
              </a:rPr>
              <a:t>로봇팔</a:t>
            </a:r>
            <a:r>
              <a:rPr lang="ko-KR" altLang="en-US" sz="2000" b="1" dirty="0" smtClean="0">
                <a:solidFill>
                  <a:srgbClr val="FFFFFF"/>
                </a:solidFill>
                <a:latin typeface="Malgun Gothic"/>
              </a:rPr>
              <a:t> 통합 시스템</a:t>
            </a:r>
            <a:endParaRPr sz="2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2470" y="3318288"/>
            <a:ext cx="4389120" cy="18288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2470" y="3349362"/>
            <a:ext cx="2743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800" b="1" dirty="0" smtClean="0">
                <a:solidFill>
                  <a:srgbClr val="00C8FF"/>
                </a:solidFill>
                <a:latin typeface="Malgun Gothic"/>
              </a:rPr>
              <a:t>팀 </a:t>
            </a:r>
            <a:r>
              <a:rPr lang="ko-KR" altLang="en-US" sz="800" b="1" dirty="0" err="1" smtClean="0">
                <a:solidFill>
                  <a:srgbClr val="00C8FF"/>
                </a:solidFill>
                <a:latin typeface="Malgun Gothic"/>
              </a:rPr>
              <a:t>완수상병</a:t>
            </a:r>
            <a:endParaRPr sz="800" b="1" dirty="0">
              <a:solidFill>
                <a:srgbClr val="00C8FF"/>
              </a:solidFill>
              <a:latin typeface="Malgun Gothi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2470" y="357119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dirty="0" err="1" smtClean="0">
                <a:solidFill>
                  <a:srgbClr val="FFFFFF"/>
                </a:solidFill>
                <a:latin typeface="Malgun Gothic"/>
              </a:rPr>
              <a:t>김완식</a:t>
            </a:r>
            <a:r>
              <a:rPr sz="1000" b="0" dirty="0" smtClean="0">
                <a:solidFill>
                  <a:srgbClr val="FFFFFF"/>
                </a:solidFill>
                <a:latin typeface="Malgun Gothic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Malgun Gothic"/>
              </a:rPr>
              <a:t>|  </a:t>
            </a:r>
            <a:r>
              <a:rPr lang="ko-KR" altLang="en-US" sz="1000" dirty="0" smtClean="0">
                <a:solidFill>
                  <a:srgbClr val="FFFFFF"/>
                </a:solidFill>
                <a:latin typeface="Malgun Gothic"/>
              </a:rPr>
              <a:t>이수혁</a:t>
            </a:r>
            <a:r>
              <a:rPr sz="1000" b="0" dirty="0" smtClean="0">
                <a:solidFill>
                  <a:srgbClr val="FFFFFF"/>
                </a:solidFill>
                <a:latin typeface="Malgun Gothic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Malgun Gothic"/>
              </a:rPr>
              <a:t>|  </a:t>
            </a:r>
            <a:r>
              <a:rPr lang="ko-KR" altLang="en-US" sz="1000" dirty="0" smtClean="0">
                <a:solidFill>
                  <a:srgbClr val="FFFFFF"/>
                </a:solidFill>
                <a:latin typeface="Malgun Gothic"/>
              </a:rPr>
              <a:t>이상휘</a:t>
            </a:r>
            <a:r>
              <a:rPr sz="1000" b="0" dirty="0" smtClean="0">
                <a:solidFill>
                  <a:srgbClr val="FFFFFF"/>
                </a:solidFill>
                <a:latin typeface="Malgun Gothic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Malgun Gothic"/>
              </a:rPr>
              <a:t>|  </a:t>
            </a:r>
            <a:r>
              <a:rPr lang="ko-KR" altLang="en-US" sz="1000" dirty="0" smtClean="0">
                <a:solidFill>
                  <a:srgbClr val="FFFFFF"/>
                </a:solidFill>
                <a:latin typeface="Malgun Gothic"/>
              </a:rPr>
              <a:t>박병기</a:t>
            </a:r>
            <a:endParaRPr sz="1000" b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" y="488544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B0BEC5"/>
                </a:solidFill>
                <a:latin typeface="Malgun Gothic"/>
              </a:rPr>
              <a:t>[</a:t>
            </a:r>
            <a:r>
              <a:rPr sz="1000" b="0" dirty="0" smtClean="0">
                <a:solidFill>
                  <a:srgbClr val="B0BEC5"/>
                </a:solidFill>
                <a:latin typeface="Malgun Gothic"/>
              </a:rPr>
              <a:t>202</a:t>
            </a:r>
            <a:r>
              <a:rPr lang="en-US" sz="1000" b="0" dirty="0" smtClean="0">
                <a:solidFill>
                  <a:srgbClr val="B0BEC5"/>
                </a:solidFill>
                <a:latin typeface="Malgun Gothic"/>
              </a:rPr>
              <a:t>6</a:t>
            </a:r>
            <a:r>
              <a:rPr sz="1000" b="0" dirty="0" smtClean="0">
                <a:solidFill>
                  <a:srgbClr val="B0BEC5"/>
                </a:solidFill>
                <a:latin typeface="Malgun Gothic"/>
              </a:rPr>
              <a:t>. </a:t>
            </a:r>
            <a:r>
              <a:rPr lang="en-US" sz="1000" b="0" dirty="0" smtClean="0">
                <a:solidFill>
                  <a:srgbClr val="B0BEC5"/>
                </a:solidFill>
                <a:latin typeface="Malgun Gothic"/>
              </a:rPr>
              <a:t>7</a:t>
            </a:r>
            <a:r>
              <a:rPr sz="1000" b="0" dirty="0" smtClean="0">
                <a:solidFill>
                  <a:srgbClr val="B0BEC5"/>
                </a:solidFill>
                <a:latin typeface="Malgun Gothic"/>
              </a:rPr>
              <a:t>. </a:t>
            </a:r>
            <a:r>
              <a:rPr lang="en-US" sz="1000" b="0" dirty="0" smtClean="0">
                <a:solidFill>
                  <a:srgbClr val="B0BEC5"/>
                </a:solidFill>
                <a:latin typeface="Malgun Gothic"/>
              </a:rPr>
              <a:t>13</a:t>
            </a:r>
            <a:r>
              <a:rPr sz="1000" b="0" dirty="0" smtClean="0">
                <a:solidFill>
                  <a:srgbClr val="B0BEC5"/>
                </a:solidFill>
                <a:latin typeface="Malgun Gothic"/>
              </a:rPr>
              <a:t>]</a:t>
            </a:r>
            <a:endParaRPr sz="1000" b="0" dirty="0">
              <a:solidFill>
                <a:srgbClr val="B0BEC5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2903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5661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576072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576072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79552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79552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79552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79552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90525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90525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90525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1" name="Shape 49"/>
          <p:cNvSpPr/>
          <p:nvPr/>
        </p:nvSpPr>
        <p:spPr>
          <a:xfrm>
            <a:off x="90525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" name="Shape 50"/>
          <p:cNvSpPr/>
          <p:nvPr/>
        </p:nvSpPr>
        <p:spPr>
          <a:xfrm>
            <a:off x="90525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90525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45720" y="1828800"/>
            <a:ext cx="868680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45720" y="1828800"/>
            <a:ext cx="54864" cy="14630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2 — 섹션 구분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7432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[섹션 제목]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5661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576072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576072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79552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79552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79552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79552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90525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90525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90525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1" name="Shape 49"/>
          <p:cNvSpPr/>
          <p:nvPr/>
        </p:nvSpPr>
        <p:spPr>
          <a:xfrm>
            <a:off x="90525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" name="Shape 50"/>
          <p:cNvSpPr/>
          <p:nvPr/>
        </p:nvSpPr>
        <p:spPr>
          <a:xfrm>
            <a:off x="90525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90525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274320" y="274320"/>
            <a:ext cx="64008" cy="7315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2926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3 — 콘텐츠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2920" y="521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[슬라이드 제목]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274320" y="1143000"/>
            <a:ext cx="859536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1143000"/>
            <a:ext cx="85953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본문 내용 영역 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5661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576072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576072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79552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79552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79552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79552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90525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90525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90525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1" name="Shape 49"/>
          <p:cNvSpPr/>
          <p:nvPr/>
        </p:nvSpPr>
        <p:spPr>
          <a:xfrm>
            <a:off x="90525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" name="Shape 50"/>
          <p:cNvSpPr/>
          <p:nvPr/>
        </p:nvSpPr>
        <p:spPr>
          <a:xfrm>
            <a:off x="90525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90525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274320" y="274320"/>
            <a:ext cx="64008" cy="7315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2926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4 — 2단 레이아웃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2920" y="521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[슬라이드 제목]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274320" y="1143000"/>
            <a:ext cx="411480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114300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왼쪽 영역 ]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572000" y="1143000"/>
            <a:ext cx="429768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1143000"/>
            <a:ext cx="42976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오른쪽 영역 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5661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576072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576072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79552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79552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79552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79552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90525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90525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90525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1" name="Shape 49"/>
          <p:cNvSpPr/>
          <p:nvPr/>
        </p:nvSpPr>
        <p:spPr>
          <a:xfrm>
            <a:off x="90525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" name="Shape 50"/>
          <p:cNvSpPr/>
          <p:nvPr/>
        </p:nvSpPr>
        <p:spPr>
          <a:xfrm>
            <a:off x="90525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90525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274320" y="274320"/>
            <a:ext cx="64008" cy="7315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2926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5 — 3단 카드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2920" y="521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[슬라이드 제목]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274320" y="1143000"/>
            <a:ext cx="265176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" y="114300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카드 1 ]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063240" y="1143000"/>
            <a:ext cx="265176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63240" y="1143000"/>
            <a:ext cx="265176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3" name="Text 61"/>
          <p:cNvSpPr/>
          <p:nvPr/>
        </p:nvSpPr>
        <p:spPr>
          <a:xfrm>
            <a:off x="3063240" y="114300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카드 2 ]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852160" y="1143000"/>
            <a:ext cx="265176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52160" y="1143000"/>
            <a:ext cx="265176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6" name="Text 64"/>
          <p:cNvSpPr/>
          <p:nvPr/>
        </p:nvSpPr>
        <p:spPr>
          <a:xfrm>
            <a:off x="5852160" y="114300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카드 3 ]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5661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576072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576072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79552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79552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79552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79552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90525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90525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90525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1" name="Shape 49"/>
          <p:cNvSpPr/>
          <p:nvPr/>
        </p:nvSpPr>
        <p:spPr>
          <a:xfrm>
            <a:off x="90525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" name="Shape 50"/>
          <p:cNvSpPr/>
          <p:nvPr/>
        </p:nvSpPr>
        <p:spPr>
          <a:xfrm>
            <a:off x="90525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90525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274320" y="274320"/>
            <a:ext cx="64008" cy="7315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2926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6 — 이미지/다이어그램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2920" y="521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[슬라이드 제목]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274320" y="1143000"/>
            <a:ext cx="859536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1143000"/>
            <a:ext cx="85953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이미지 / 아키텍처 다이어그램 삽입 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5661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576072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576072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79552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79552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79552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79552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90525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90525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90525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1" name="Shape 49"/>
          <p:cNvSpPr/>
          <p:nvPr/>
        </p:nvSpPr>
        <p:spPr>
          <a:xfrm>
            <a:off x="90525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" name="Shape 50"/>
          <p:cNvSpPr/>
          <p:nvPr/>
        </p:nvSpPr>
        <p:spPr>
          <a:xfrm>
            <a:off x="90525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90525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1828800" y="1371600"/>
            <a:ext cx="548640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28800" y="1371600"/>
            <a:ext cx="54864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6" name="Text 54"/>
          <p:cNvSpPr/>
          <p:nvPr/>
        </p:nvSpPr>
        <p:spPr>
          <a:xfrm>
            <a:off x="201168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7 — 마무리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011680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58" name="Text 56"/>
          <p:cNvSpPr/>
          <p:nvPr/>
        </p:nvSpPr>
        <p:spPr>
          <a:xfrm>
            <a:off x="2011680" y="2560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[팀명  ·  연락처]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131</Words>
  <Application>Microsoft Office PowerPoint</Application>
  <PresentationFormat>화면 슬라이드 쇼(16:9)</PresentationFormat>
  <Paragraphs>32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</cp:revision>
  <dcterms:created xsi:type="dcterms:W3CDTF">2026-07-10T00:49:05Z</dcterms:created>
  <dcterms:modified xsi:type="dcterms:W3CDTF">2026-07-10T01:24:02Z</dcterms:modified>
</cp:coreProperties>
</file>